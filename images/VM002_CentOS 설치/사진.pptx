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6A344-972F-5094-5D0C-39F3AC230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FF8959-DB85-D569-126E-068532BA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9A2061-C505-67E0-C171-0A93D8AC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5BC556-E386-900B-B185-7F5C1594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59B44-8C84-48CD-81C3-6BA87FCA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04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2288-157B-E73C-FFE5-6C3728AE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D4611-8CB0-4DA9-8E55-3A71C6269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D26F5-A750-7EA7-9D7C-1CA82564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97CDEF-CDE1-C636-B3AE-433DF09D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50AD4-AB25-A2A3-79C5-34E0329B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37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FE492A-88E2-36E5-F2F6-5E4BCB74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ED8105-60A9-3472-0A34-9974A5B8C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69252C-8881-804D-4273-819F1439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6163CC-F396-E161-76BF-C8124059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4DC7BF-68F1-DEE2-04EC-0160983A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60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92E81-0930-C12D-9FB7-1C5F5E34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433857-4B8F-9574-426F-2056AB9C8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4E3C7D-9CEA-F29B-5215-05D4E8D61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42DDA-14BD-2814-4442-93675980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39B24C-2E37-10BA-6AE5-EA117F7A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1856BF-CD8C-B96A-3942-9F937975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67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B466F-494C-19C0-66C0-21A63CD4F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1FD904-FB52-F793-F73F-9467DFDA1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031BBB-283B-B218-27D1-D5E0C75A1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0F903E-65DE-86EA-E4FB-DFA4387D7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06A9FC-F4AE-5501-C2FC-421919EC5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C32AA0-5DA7-99F5-903E-A6B27E6B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BB8DD8-8E1B-5E26-7A3E-B4F92E89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C5F225-A090-5732-6928-7E431FC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97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B29A9-CE7B-9CD6-959A-A646ED7E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CECF74-88E0-1A15-BC4D-C42E518B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440508-A7B0-68F1-46AC-FFC538BD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1EF3CD-DF42-00CB-AB85-40B15E614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81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93DD52-29F9-DE26-485D-1B066FA3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AABEFB-7A87-3FD5-ADA3-35B70EFE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23D59C-4857-EC8B-3BBB-ACDF4709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50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80DEB-71B2-D6DA-8A9C-2332E0EA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957D4-0C0A-30B6-F090-AD259D909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A9F2D3-D11F-8BB2-2437-569B82F91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274A3B-4AE4-5EC2-403F-BD6C278EC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2FACF-1321-D272-A301-477FCE7D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296F60-E68B-7713-5033-51F6B435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50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FEBA0-EA00-4497-920D-FCA633CD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08D441-DEDE-0FC3-CB41-4CD240861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98BD1C-21D8-B1E3-8973-516F0764B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0FC14C-E650-A4EF-E365-25A69171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A74B9-03F6-E112-3609-85DA5029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5E0C14-4B5E-30C4-F917-CF15A4A2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1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979A0-796A-1A08-832A-9FB226E1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FBDE43-1609-B067-1510-B2ED0AEB6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EAD9F0-B357-4EA4-4565-35F7356A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8D489-AFB3-1DAF-0F46-A6109E24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A9C521-7C44-B2F5-E6B0-2D9AF034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3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C044643-B3FE-CB77-77C0-D4E2D9928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CC9848-0572-642A-86C2-065235FE5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DA7B8C-3E53-C91F-FC4C-27BE3E31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51851-B4A5-42EA-4AD3-9BEA9B64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CD87B7-A42E-6E35-C0D6-D41E7111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143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F060C-BEE5-F57B-DD84-8EF83991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03C6E0-A8DA-4633-96D4-9B38B450D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0C7014-9E01-43BF-6752-4A9B8D302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EDA86-EF23-4D77-AD35-CA5A939236E5}" type="datetimeFigureOut">
              <a:rPr lang="ko-KR" altLang="en-US" smtClean="0"/>
              <a:t>2024-05-30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6F72B-E395-324E-63E6-9BD931D257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BE6B9D-62E3-AAAD-419C-F23BA4415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E0577-9E3E-4348-89FE-D07288CBC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279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961DD6B-5F42-EE1A-C857-CC471D64B593}"/>
              </a:ext>
            </a:extLst>
          </p:cNvPr>
          <p:cNvGrpSpPr/>
          <p:nvPr/>
        </p:nvGrpSpPr>
        <p:grpSpPr>
          <a:xfrm>
            <a:off x="1636294" y="1086424"/>
            <a:ext cx="8919411" cy="4704293"/>
            <a:chOff x="1636294" y="1086424"/>
            <a:chExt cx="8919411" cy="470429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BF06F3B-0FDB-5CCC-35D5-6C5B03261E94}"/>
                </a:ext>
              </a:extLst>
            </p:cNvPr>
            <p:cNvSpPr/>
            <p:nvPr/>
          </p:nvSpPr>
          <p:spPr>
            <a:xfrm>
              <a:off x="1636294" y="1086424"/>
              <a:ext cx="8919411" cy="4704293"/>
            </a:xfrm>
            <a:custGeom>
              <a:avLst/>
              <a:gdLst>
                <a:gd name="connsiteX0" fmla="*/ 0 w 8919411"/>
                <a:gd name="connsiteY0" fmla="*/ 0 h 4704293"/>
                <a:gd name="connsiteX1" fmla="*/ 507720 w 8919411"/>
                <a:gd name="connsiteY1" fmla="*/ 0 h 4704293"/>
                <a:gd name="connsiteX2" fmla="*/ 1372217 w 8919411"/>
                <a:gd name="connsiteY2" fmla="*/ 0 h 4704293"/>
                <a:gd name="connsiteX3" fmla="*/ 2236714 w 8919411"/>
                <a:gd name="connsiteY3" fmla="*/ 0 h 4704293"/>
                <a:gd name="connsiteX4" fmla="*/ 2922822 w 8919411"/>
                <a:gd name="connsiteY4" fmla="*/ 0 h 4704293"/>
                <a:gd name="connsiteX5" fmla="*/ 3787319 w 8919411"/>
                <a:gd name="connsiteY5" fmla="*/ 0 h 4704293"/>
                <a:gd name="connsiteX6" fmla="*/ 4295039 w 8919411"/>
                <a:gd name="connsiteY6" fmla="*/ 0 h 4704293"/>
                <a:gd name="connsiteX7" fmla="*/ 4981148 w 8919411"/>
                <a:gd name="connsiteY7" fmla="*/ 0 h 4704293"/>
                <a:gd name="connsiteX8" fmla="*/ 5488868 w 8919411"/>
                <a:gd name="connsiteY8" fmla="*/ 0 h 4704293"/>
                <a:gd name="connsiteX9" fmla="*/ 5996589 w 8919411"/>
                <a:gd name="connsiteY9" fmla="*/ 0 h 4704293"/>
                <a:gd name="connsiteX10" fmla="*/ 6861085 w 8919411"/>
                <a:gd name="connsiteY10" fmla="*/ 0 h 4704293"/>
                <a:gd name="connsiteX11" fmla="*/ 7547194 w 8919411"/>
                <a:gd name="connsiteY11" fmla="*/ 0 h 4704293"/>
                <a:gd name="connsiteX12" fmla="*/ 8144108 w 8919411"/>
                <a:gd name="connsiteY12" fmla="*/ 0 h 4704293"/>
                <a:gd name="connsiteX13" fmla="*/ 8919411 w 8919411"/>
                <a:gd name="connsiteY13" fmla="*/ 0 h 4704293"/>
                <a:gd name="connsiteX14" fmla="*/ 8919411 w 8919411"/>
                <a:gd name="connsiteY14" fmla="*/ 672042 h 4704293"/>
                <a:gd name="connsiteX15" fmla="*/ 8919411 w 8919411"/>
                <a:gd name="connsiteY15" fmla="*/ 1344084 h 4704293"/>
                <a:gd name="connsiteX16" fmla="*/ 8919411 w 8919411"/>
                <a:gd name="connsiteY16" fmla="*/ 2016126 h 4704293"/>
                <a:gd name="connsiteX17" fmla="*/ 8919411 w 8919411"/>
                <a:gd name="connsiteY17" fmla="*/ 2547039 h 4704293"/>
                <a:gd name="connsiteX18" fmla="*/ 8919411 w 8919411"/>
                <a:gd name="connsiteY18" fmla="*/ 3172038 h 4704293"/>
                <a:gd name="connsiteX19" fmla="*/ 8919411 w 8919411"/>
                <a:gd name="connsiteY19" fmla="*/ 3702951 h 4704293"/>
                <a:gd name="connsiteX20" fmla="*/ 8919411 w 8919411"/>
                <a:gd name="connsiteY20" fmla="*/ 4704293 h 4704293"/>
                <a:gd name="connsiteX21" fmla="*/ 8322497 w 8919411"/>
                <a:gd name="connsiteY21" fmla="*/ 4704293 h 4704293"/>
                <a:gd name="connsiteX22" fmla="*/ 7636388 w 8919411"/>
                <a:gd name="connsiteY22" fmla="*/ 4704293 h 4704293"/>
                <a:gd name="connsiteX23" fmla="*/ 6771891 w 8919411"/>
                <a:gd name="connsiteY23" fmla="*/ 4704293 h 4704293"/>
                <a:gd name="connsiteX24" fmla="*/ 5907395 w 8919411"/>
                <a:gd name="connsiteY24" fmla="*/ 4704293 h 4704293"/>
                <a:gd name="connsiteX25" fmla="*/ 5310480 w 8919411"/>
                <a:gd name="connsiteY25" fmla="*/ 4704293 h 4704293"/>
                <a:gd name="connsiteX26" fmla="*/ 4624372 w 8919411"/>
                <a:gd name="connsiteY26" fmla="*/ 4704293 h 4704293"/>
                <a:gd name="connsiteX27" fmla="*/ 4205845 w 8919411"/>
                <a:gd name="connsiteY27" fmla="*/ 4704293 h 4704293"/>
                <a:gd name="connsiteX28" fmla="*/ 3698125 w 8919411"/>
                <a:gd name="connsiteY28" fmla="*/ 4704293 h 4704293"/>
                <a:gd name="connsiteX29" fmla="*/ 3101211 w 8919411"/>
                <a:gd name="connsiteY29" fmla="*/ 4704293 h 4704293"/>
                <a:gd name="connsiteX30" fmla="*/ 2593490 w 8919411"/>
                <a:gd name="connsiteY30" fmla="*/ 4704293 h 4704293"/>
                <a:gd name="connsiteX31" fmla="*/ 1818188 w 8919411"/>
                <a:gd name="connsiteY31" fmla="*/ 4704293 h 4704293"/>
                <a:gd name="connsiteX32" fmla="*/ 1310467 w 8919411"/>
                <a:gd name="connsiteY32" fmla="*/ 4704293 h 4704293"/>
                <a:gd name="connsiteX33" fmla="*/ 713553 w 8919411"/>
                <a:gd name="connsiteY33" fmla="*/ 4704293 h 4704293"/>
                <a:gd name="connsiteX34" fmla="*/ 0 w 8919411"/>
                <a:gd name="connsiteY34" fmla="*/ 4704293 h 4704293"/>
                <a:gd name="connsiteX35" fmla="*/ 0 w 8919411"/>
                <a:gd name="connsiteY35" fmla="*/ 3938165 h 4704293"/>
                <a:gd name="connsiteX36" fmla="*/ 0 w 8919411"/>
                <a:gd name="connsiteY36" fmla="*/ 3172038 h 4704293"/>
                <a:gd name="connsiteX37" fmla="*/ 0 w 8919411"/>
                <a:gd name="connsiteY37" fmla="*/ 2594082 h 4704293"/>
                <a:gd name="connsiteX38" fmla="*/ 0 w 8919411"/>
                <a:gd name="connsiteY38" fmla="*/ 1827954 h 4704293"/>
                <a:gd name="connsiteX39" fmla="*/ 0 w 8919411"/>
                <a:gd name="connsiteY39" fmla="*/ 1061826 h 4704293"/>
                <a:gd name="connsiteX40" fmla="*/ 0 w 8919411"/>
                <a:gd name="connsiteY40" fmla="*/ 0 h 470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919411" h="4704293" fill="none" extrusionOk="0">
                  <a:moveTo>
                    <a:pt x="0" y="0"/>
                  </a:moveTo>
                  <a:cubicBezTo>
                    <a:pt x="155852" y="12910"/>
                    <a:pt x="353093" y="15622"/>
                    <a:pt x="507720" y="0"/>
                  </a:cubicBezTo>
                  <a:cubicBezTo>
                    <a:pt x="662347" y="-15622"/>
                    <a:pt x="1104388" y="-1090"/>
                    <a:pt x="1372217" y="0"/>
                  </a:cubicBezTo>
                  <a:cubicBezTo>
                    <a:pt x="1640046" y="1090"/>
                    <a:pt x="1836651" y="24641"/>
                    <a:pt x="2236714" y="0"/>
                  </a:cubicBezTo>
                  <a:cubicBezTo>
                    <a:pt x="2636777" y="-24641"/>
                    <a:pt x="2683889" y="-9815"/>
                    <a:pt x="2922822" y="0"/>
                  </a:cubicBezTo>
                  <a:cubicBezTo>
                    <a:pt x="3161755" y="9815"/>
                    <a:pt x="3478906" y="18756"/>
                    <a:pt x="3787319" y="0"/>
                  </a:cubicBezTo>
                  <a:cubicBezTo>
                    <a:pt x="4095732" y="-18756"/>
                    <a:pt x="4059573" y="-4477"/>
                    <a:pt x="4295039" y="0"/>
                  </a:cubicBezTo>
                  <a:cubicBezTo>
                    <a:pt x="4530505" y="4477"/>
                    <a:pt x="4817588" y="13218"/>
                    <a:pt x="4981148" y="0"/>
                  </a:cubicBezTo>
                  <a:cubicBezTo>
                    <a:pt x="5144708" y="-13218"/>
                    <a:pt x="5268258" y="-8868"/>
                    <a:pt x="5488868" y="0"/>
                  </a:cubicBezTo>
                  <a:cubicBezTo>
                    <a:pt x="5709478" y="8868"/>
                    <a:pt x="5871002" y="12309"/>
                    <a:pt x="5996589" y="0"/>
                  </a:cubicBezTo>
                  <a:cubicBezTo>
                    <a:pt x="6122176" y="-12309"/>
                    <a:pt x="6644343" y="-27135"/>
                    <a:pt x="6861085" y="0"/>
                  </a:cubicBezTo>
                  <a:cubicBezTo>
                    <a:pt x="7077827" y="27135"/>
                    <a:pt x="7284724" y="31368"/>
                    <a:pt x="7547194" y="0"/>
                  </a:cubicBezTo>
                  <a:cubicBezTo>
                    <a:pt x="7809664" y="-31368"/>
                    <a:pt x="7969953" y="6483"/>
                    <a:pt x="8144108" y="0"/>
                  </a:cubicBezTo>
                  <a:cubicBezTo>
                    <a:pt x="8318263" y="-6483"/>
                    <a:pt x="8597796" y="-3839"/>
                    <a:pt x="8919411" y="0"/>
                  </a:cubicBezTo>
                  <a:cubicBezTo>
                    <a:pt x="8947814" y="313012"/>
                    <a:pt x="8923797" y="417376"/>
                    <a:pt x="8919411" y="672042"/>
                  </a:cubicBezTo>
                  <a:cubicBezTo>
                    <a:pt x="8915025" y="926708"/>
                    <a:pt x="8941503" y="1200634"/>
                    <a:pt x="8919411" y="1344084"/>
                  </a:cubicBezTo>
                  <a:cubicBezTo>
                    <a:pt x="8897319" y="1487534"/>
                    <a:pt x="8896018" y="1707868"/>
                    <a:pt x="8919411" y="2016126"/>
                  </a:cubicBezTo>
                  <a:cubicBezTo>
                    <a:pt x="8942804" y="2324384"/>
                    <a:pt x="8907776" y="2324871"/>
                    <a:pt x="8919411" y="2547039"/>
                  </a:cubicBezTo>
                  <a:cubicBezTo>
                    <a:pt x="8931046" y="2769207"/>
                    <a:pt x="8929947" y="3024608"/>
                    <a:pt x="8919411" y="3172038"/>
                  </a:cubicBezTo>
                  <a:cubicBezTo>
                    <a:pt x="8908875" y="3319468"/>
                    <a:pt x="8943244" y="3452684"/>
                    <a:pt x="8919411" y="3702951"/>
                  </a:cubicBezTo>
                  <a:cubicBezTo>
                    <a:pt x="8895578" y="3953218"/>
                    <a:pt x="8921649" y="4442202"/>
                    <a:pt x="8919411" y="4704293"/>
                  </a:cubicBezTo>
                  <a:cubicBezTo>
                    <a:pt x="8763925" y="4723704"/>
                    <a:pt x="8483515" y="4694547"/>
                    <a:pt x="8322497" y="4704293"/>
                  </a:cubicBezTo>
                  <a:cubicBezTo>
                    <a:pt x="8161479" y="4714039"/>
                    <a:pt x="7780689" y="4679333"/>
                    <a:pt x="7636388" y="4704293"/>
                  </a:cubicBezTo>
                  <a:cubicBezTo>
                    <a:pt x="7492087" y="4729253"/>
                    <a:pt x="7201343" y="4718841"/>
                    <a:pt x="6771891" y="4704293"/>
                  </a:cubicBezTo>
                  <a:cubicBezTo>
                    <a:pt x="6342439" y="4689745"/>
                    <a:pt x="6142047" y="4664990"/>
                    <a:pt x="5907395" y="4704293"/>
                  </a:cubicBezTo>
                  <a:cubicBezTo>
                    <a:pt x="5672743" y="4743596"/>
                    <a:pt x="5459816" y="4707115"/>
                    <a:pt x="5310480" y="4704293"/>
                  </a:cubicBezTo>
                  <a:cubicBezTo>
                    <a:pt x="5161145" y="4701471"/>
                    <a:pt x="4939795" y="4692648"/>
                    <a:pt x="4624372" y="4704293"/>
                  </a:cubicBezTo>
                  <a:cubicBezTo>
                    <a:pt x="4308949" y="4715938"/>
                    <a:pt x="4410116" y="4699146"/>
                    <a:pt x="4205845" y="4704293"/>
                  </a:cubicBezTo>
                  <a:cubicBezTo>
                    <a:pt x="4001574" y="4709440"/>
                    <a:pt x="3876302" y="4687478"/>
                    <a:pt x="3698125" y="4704293"/>
                  </a:cubicBezTo>
                  <a:cubicBezTo>
                    <a:pt x="3519948" y="4721108"/>
                    <a:pt x="3233266" y="4720005"/>
                    <a:pt x="3101211" y="4704293"/>
                  </a:cubicBezTo>
                  <a:cubicBezTo>
                    <a:pt x="2969156" y="4688581"/>
                    <a:pt x="2820524" y="4685715"/>
                    <a:pt x="2593490" y="4704293"/>
                  </a:cubicBezTo>
                  <a:cubicBezTo>
                    <a:pt x="2366456" y="4722871"/>
                    <a:pt x="2205427" y="4690247"/>
                    <a:pt x="1818188" y="4704293"/>
                  </a:cubicBezTo>
                  <a:cubicBezTo>
                    <a:pt x="1430949" y="4718339"/>
                    <a:pt x="1494027" y="4713075"/>
                    <a:pt x="1310467" y="4704293"/>
                  </a:cubicBezTo>
                  <a:cubicBezTo>
                    <a:pt x="1126907" y="4695511"/>
                    <a:pt x="938701" y="4678483"/>
                    <a:pt x="713553" y="4704293"/>
                  </a:cubicBezTo>
                  <a:cubicBezTo>
                    <a:pt x="488405" y="4730103"/>
                    <a:pt x="289117" y="4732539"/>
                    <a:pt x="0" y="4704293"/>
                  </a:cubicBezTo>
                  <a:cubicBezTo>
                    <a:pt x="-26116" y="4359461"/>
                    <a:pt x="-19719" y="4193012"/>
                    <a:pt x="0" y="3938165"/>
                  </a:cubicBezTo>
                  <a:cubicBezTo>
                    <a:pt x="19719" y="3683318"/>
                    <a:pt x="-6622" y="3465295"/>
                    <a:pt x="0" y="3172038"/>
                  </a:cubicBezTo>
                  <a:cubicBezTo>
                    <a:pt x="6622" y="2878781"/>
                    <a:pt x="7416" y="2720401"/>
                    <a:pt x="0" y="2594082"/>
                  </a:cubicBezTo>
                  <a:cubicBezTo>
                    <a:pt x="-7416" y="2467763"/>
                    <a:pt x="-27569" y="2097341"/>
                    <a:pt x="0" y="1827954"/>
                  </a:cubicBezTo>
                  <a:cubicBezTo>
                    <a:pt x="27569" y="1558567"/>
                    <a:pt x="23722" y="1402043"/>
                    <a:pt x="0" y="1061826"/>
                  </a:cubicBezTo>
                  <a:cubicBezTo>
                    <a:pt x="-23722" y="721609"/>
                    <a:pt x="3106" y="337193"/>
                    <a:pt x="0" y="0"/>
                  </a:cubicBezTo>
                  <a:close/>
                </a:path>
                <a:path w="8919411" h="4704293" stroke="0" extrusionOk="0">
                  <a:moveTo>
                    <a:pt x="0" y="0"/>
                  </a:moveTo>
                  <a:cubicBezTo>
                    <a:pt x="212365" y="-5153"/>
                    <a:pt x="382387" y="-2443"/>
                    <a:pt x="596914" y="0"/>
                  </a:cubicBezTo>
                  <a:cubicBezTo>
                    <a:pt x="811441" y="2443"/>
                    <a:pt x="997373" y="9618"/>
                    <a:pt x="1283023" y="0"/>
                  </a:cubicBezTo>
                  <a:cubicBezTo>
                    <a:pt x="1568673" y="-9618"/>
                    <a:pt x="1692618" y="5819"/>
                    <a:pt x="1879937" y="0"/>
                  </a:cubicBezTo>
                  <a:cubicBezTo>
                    <a:pt x="2067256" y="-5819"/>
                    <a:pt x="2473833" y="26113"/>
                    <a:pt x="2655240" y="0"/>
                  </a:cubicBezTo>
                  <a:cubicBezTo>
                    <a:pt x="2836647" y="-26113"/>
                    <a:pt x="3189547" y="-18111"/>
                    <a:pt x="3430543" y="0"/>
                  </a:cubicBezTo>
                  <a:cubicBezTo>
                    <a:pt x="3671539" y="18111"/>
                    <a:pt x="3705908" y="3984"/>
                    <a:pt x="3849069" y="0"/>
                  </a:cubicBezTo>
                  <a:cubicBezTo>
                    <a:pt x="3992230" y="-3984"/>
                    <a:pt x="4236175" y="-11617"/>
                    <a:pt x="4356789" y="0"/>
                  </a:cubicBezTo>
                  <a:cubicBezTo>
                    <a:pt x="4477403" y="11617"/>
                    <a:pt x="4576061" y="-279"/>
                    <a:pt x="4775315" y="0"/>
                  </a:cubicBezTo>
                  <a:cubicBezTo>
                    <a:pt x="4974569" y="279"/>
                    <a:pt x="5277973" y="-39466"/>
                    <a:pt x="5639812" y="0"/>
                  </a:cubicBezTo>
                  <a:cubicBezTo>
                    <a:pt x="6001651" y="39466"/>
                    <a:pt x="5908454" y="-15848"/>
                    <a:pt x="6058338" y="0"/>
                  </a:cubicBezTo>
                  <a:cubicBezTo>
                    <a:pt x="6208222" y="15848"/>
                    <a:pt x="6383469" y="6005"/>
                    <a:pt x="6566059" y="0"/>
                  </a:cubicBezTo>
                  <a:cubicBezTo>
                    <a:pt x="6748649" y="-6005"/>
                    <a:pt x="7104063" y="7671"/>
                    <a:pt x="7430555" y="0"/>
                  </a:cubicBezTo>
                  <a:cubicBezTo>
                    <a:pt x="7757047" y="-7671"/>
                    <a:pt x="7905262" y="32632"/>
                    <a:pt x="8116664" y="0"/>
                  </a:cubicBezTo>
                  <a:cubicBezTo>
                    <a:pt x="8328066" y="-32632"/>
                    <a:pt x="8597494" y="-20521"/>
                    <a:pt x="8919411" y="0"/>
                  </a:cubicBezTo>
                  <a:cubicBezTo>
                    <a:pt x="8934427" y="223380"/>
                    <a:pt x="8918638" y="481377"/>
                    <a:pt x="8919411" y="624999"/>
                  </a:cubicBezTo>
                  <a:cubicBezTo>
                    <a:pt x="8920184" y="768621"/>
                    <a:pt x="8894979" y="1039513"/>
                    <a:pt x="8919411" y="1297041"/>
                  </a:cubicBezTo>
                  <a:cubicBezTo>
                    <a:pt x="8943843" y="1554569"/>
                    <a:pt x="8896756" y="1576214"/>
                    <a:pt x="8919411" y="1827954"/>
                  </a:cubicBezTo>
                  <a:cubicBezTo>
                    <a:pt x="8942066" y="2079694"/>
                    <a:pt x="8952302" y="2396914"/>
                    <a:pt x="8919411" y="2594082"/>
                  </a:cubicBezTo>
                  <a:cubicBezTo>
                    <a:pt x="8886520" y="2791250"/>
                    <a:pt x="8887774" y="3128122"/>
                    <a:pt x="8919411" y="3313166"/>
                  </a:cubicBezTo>
                  <a:cubicBezTo>
                    <a:pt x="8951048" y="3498210"/>
                    <a:pt x="8905040" y="3583846"/>
                    <a:pt x="8919411" y="3844079"/>
                  </a:cubicBezTo>
                  <a:cubicBezTo>
                    <a:pt x="8933782" y="4104312"/>
                    <a:pt x="8883679" y="4478215"/>
                    <a:pt x="8919411" y="4704293"/>
                  </a:cubicBezTo>
                  <a:cubicBezTo>
                    <a:pt x="8656847" y="4691389"/>
                    <a:pt x="8531379" y="4719935"/>
                    <a:pt x="8233302" y="4704293"/>
                  </a:cubicBezTo>
                  <a:cubicBezTo>
                    <a:pt x="7935225" y="4688651"/>
                    <a:pt x="7836750" y="4720962"/>
                    <a:pt x="7458000" y="4704293"/>
                  </a:cubicBezTo>
                  <a:cubicBezTo>
                    <a:pt x="7079250" y="4687624"/>
                    <a:pt x="7244125" y="4706187"/>
                    <a:pt x="7039474" y="4704293"/>
                  </a:cubicBezTo>
                  <a:cubicBezTo>
                    <a:pt x="6834823" y="4702399"/>
                    <a:pt x="6733132" y="4710085"/>
                    <a:pt x="6531753" y="4704293"/>
                  </a:cubicBezTo>
                  <a:cubicBezTo>
                    <a:pt x="6330374" y="4698501"/>
                    <a:pt x="6163769" y="4701840"/>
                    <a:pt x="5845645" y="4704293"/>
                  </a:cubicBezTo>
                  <a:cubicBezTo>
                    <a:pt x="5527521" y="4706746"/>
                    <a:pt x="5354543" y="4731204"/>
                    <a:pt x="5159536" y="4704293"/>
                  </a:cubicBezTo>
                  <a:cubicBezTo>
                    <a:pt x="4964529" y="4677382"/>
                    <a:pt x="4626303" y="4689499"/>
                    <a:pt x="4295039" y="4704293"/>
                  </a:cubicBezTo>
                  <a:cubicBezTo>
                    <a:pt x="3963775" y="4719087"/>
                    <a:pt x="3858965" y="4738447"/>
                    <a:pt x="3519737" y="4704293"/>
                  </a:cubicBezTo>
                  <a:cubicBezTo>
                    <a:pt x="3180509" y="4670139"/>
                    <a:pt x="3110658" y="4679344"/>
                    <a:pt x="2744434" y="4704293"/>
                  </a:cubicBezTo>
                  <a:cubicBezTo>
                    <a:pt x="2378210" y="4729242"/>
                    <a:pt x="2404749" y="4682259"/>
                    <a:pt x="2147520" y="4704293"/>
                  </a:cubicBezTo>
                  <a:cubicBezTo>
                    <a:pt x="1890291" y="4726327"/>
                    <a:pt x="1827676" y="4694168"/>
                    <a:pt x="1639799" y="4704293"/>
                  </a:cubicBezTo>
                  <a:cubicBezTo>
                    <a:pt x="1451922" y="4714418"/>
                    <a:pt x="1282562" y="4712376"/>
                    <a:pt x="953691" y="4704293"/>
                  </a:cubicBezTo>
                  <a:cubicBezTo>
                    <a:pt x="624820" y="4696210"/>
                    <a:pt x="413831" y="4664926"/>
                    <a:pt x="0" y="4704293"/>
                  </a:cubicBezTo>
                  <a:cubicBezTo>
                    <a:pt x="28538" y="4392175"/>
                    <a:pt x="20106" y="4230980"/>
                    <a:pt x="0" y="3985208"/>
                  </a:cubicBezTo>
                  <a:cubicBezTo>
                    <a:pt x="-20106" y="3739437"/>
                    <a:pt x="-4534" y="3590038"/>
                    <a:pt x="0" y="3219080"/>
                  </a:cubicBezTo>
                  <a:cubicBezTo>
                    <a:pt x="4534" y="2848122"/>
                    <a:pt x="-6675" y="2639298"/>
                    <a:pt x="0" y="2452953"/>
                  </a:cubicBezTo>
                  <a:cubicBezTo>
                    <a:pt x="6675" y="2266608"/>
                    <a:pt x="31004" y="2108772"/>
                    <a:pt x="0" y="1780911"/>
                  </a:cubicBezTo>
                  <a:cubicBezTo>
                    <a:pt x="-31004" y="1453050"/>
                    <a:pt x="12119" y="1473837"/>
                    <a:pt x="0" y="1249998"/>
                  </a:cubicBezTo>
                  <a:cubicBezTo>
                    <a:pt x="-12119" y="1026159"/>
                    <a:pt x="39685" y="34849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A4456D7-53B6-E527-FFB5-1264893726A8}"/>
                </a:ext>
              </a:extLst>
            </p:cNvPr>
            <p:cNvGrpSpPr/>
            <p:nvPr/>
          </p:nvGrpSpPr>
          <p:grpSpPr>
            <a:xfrm>
              <a:off x="1706880" y="1143000"/>
              <a:ext cx="8778240" cy="4572000"/>
              <a:chOff x="1706880" y="1143000"/>
              <a:chExt cx="8778240" cy="4572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0EECE81-1AB5-E1FF-0AD2-2AC9B65FEA77}"/>
                  </a:ext>
                </a:extLst>
              </p:cNvPr>
              <p:cNvSpPr/>
              <p:nvPr/>
            </p:nvSpPr>
            <p:spPr>
              <a:xfrm>
                <a:off x="1706880" y="1143000"/>
                <a:ext cx="8778240" cy="4572000"/>
              </a:xfrm>
              <a:custGeom>
                <a:avLst/>
                <a:gdLst>
                  <a:gd name="connsiteX0" fmla="*/ 0 w 8778240"/>
                  <a:gd name="connsiteY0" fmla="*/ 0 h 4572000"/>
                  <a:gd name="connsiteX1" fmla="*/ 499684 w 8778240"/>
                  <a:gd name="connsiteY1" fmla="*/ 0 h 4572000"/>
                  <a:gd name="connsiteX2" fmla="*/ 1350498 w 8778240"/>
                  <a:gd name="connsiteY2" fmla="*/ 0 h 4572000"/>
                  <a:gd name="connsiteX3" fmla="*/ 2201312 w 8778240"/>
                  <a:gd name="connsiteY3" fmla="*/ 0 h 4572000"/>
                  <a:gd name="connsiteX4" fmla="*/ 2876562 w 8778240"/>
                  <a:gd name="connsiteY4" fmla="*/ 0 h 4572000"/>
                  <a:gd name="connsiteX5" fmla="*/ 3727376 w 8778240"/>
                  <a:gd name="connsiteY5" fmla="*/ 0 h 4572000"/>
                  <a:gd name="connsiteX6" fmla="*/ 4227060 w 8778240"/>
                  <a:gd name="connsiteY6" fmla="*/ 0 h 4572000"/>
                  <a:gd name="connsiteX7" fmla="*/ 4902309 w 8778240"/>
                  <a:gd name="connsiteY7" fmla="*/ 0 h 4572000"/>
                  <a:gd name="connsiteX8" fmla="*/ 5401994 w 8778240"/>
                  <a:gd name="connsiteY8" fmla="*/ 0 h 4572000"/>
                  <a:gd name="connsiteX9" fmla="*/ 5901678 w 8778240"/>
                  <a:gd name="connsiteY9" fmla="*/ 0 h 4572000"/>
                  <a:gd name="connsiteX10" fmla="*/ 6752492 w 8778240"/>
                  <a:gd name="connsiteY10" fmla="*/ 0 h 4572000"/>
                  <a:gd name="connsiteX11" fmla="*/ 7427742 w 8778240"/>
                  <a:gd name="connsiteY11" fmla="*/ 0 h 4572000"/>
                  <a:gd name="connsiteX12" fmla="*/ 8015208 w 8778240"/>
                  <a:gd name="connsiteY12" fmla="*/ 0 h 4572000"/>
                  <a:gd name="connsiteX13" fmla="*/ 8778240 w 8778240"/>
                  <a:gd name="connsiteY13" fmla="*/ 0 h 4572000"/>
                  <a:gd name="connsiteX14" fmla="*/ 8778240 w 8778240"/>
                  <a:gd name="connsiteY14" fmla="*/ 653143 h 4572000"/>
                  <a:gd name="connsiteX15" fmla="*/ 8778240 w 8778240"/>
                  <a:gd name="connsiteY15" fmla="*/ 1306286 h 4572000"/>
                  <a:gd name="connsiteX16" fmla="*/ 8778240 w 8778240"/>
                  <a:gd name="connsiteY16" fmla="*/ 1959429 h 4572000"/>
                  <a:gd name="connsiteX17" fmla="*/ 8778240 w 8778240"/>
                  <a:gd name="connsiteY17" fmla="*/ 2475411 h 4572000"/>
                  <a:gd name="connsiteX18" fmla="*/ 8778240 w 8778240"/>
                  <a:gd name="connsiteY18" fmla="*/ 3082834 h 4572000"/>
                  <a:gd name="connsiteX19" fmla="*/ 8778240 w 8778240"/>
                  <a:gd name="connsiteY19" fmla="*/ 3598817 h 4572000"/>
                  <a:gd name="connsiteX20" fmla="*/ 8778240 w 8778240"/>
                  <a:gd name="connsiteY20" fmla="*/ 4572000 h 4572000"/>
                  <a:gd name="connsiteX21" fmla="*/ 8190773 w 8778240"/>
                  <a:gd name="connsiteY21" fmla="*/ 4572000 h 4572000"/>
                  <a:gd name="connsiteX22" fmla="*/ 7515524 w 8778240"/>
                  <a:gd name="connsiteY22" fmla="*/ 4572000 h 4572000"/>
                  <a:gd name="connsiteX23" fmla="*/ 6664710 w 8778240"/>
                  <a:gd name="connsiteY23" fmla="*/ 4572000 h 4572000"/>
                  <a:gd name="connsiteX24" fmla="*/ 5813896 w 8778240"/>
                  <a:gd name="connsiteY24" fmla="*/ 4572000 h 4572000"/>
                  <a:gd name="connsiteX25" fmla="*/ 5226429 w 8778240"/>
                  <a:gd name="connsiteY25" fmla="*/ 4572000 h 4572000"/>
                  <a:gd name="connsiteX26" fmla="*/ 4551180 w 8778240"/>
                  <a:gd name="connsiteY26" fmla="*/ 4572000 h 4572000"/>
                  <a:gd name="connsiteX27" fmla="*/ 4139278 w 8778240"/>
                  <a:gd name="connsiteY27" fmla="*/ 4572000 h 4572000"/>
                  <a:gd name="connsiteX28" fmla="*/ 3639593 w 8778240"/>
                  <a:gd name="connsiteY28" fmla="*/ 4572000 h 4572000"/>
                  <a:gd name="connsiteX29" fmla="*/ 3052127 w 8778240"/>
                  <a:gd name="connsiteY29" fmla="*/ 4572000 h 4572000"/>
                  <a:gd name="connsiteX30" fmla="*/ 2552442 w 8778240"/>
                  <a:gd name="connsiteY30" fmla="*/ 4572000 h 4572000"/>
                  <a:gd name="connsiteX31" fmla="*/ 1789410 w 8778240"/>
                  <a:gd name="connsiteY31" fmla="*/ 4572000 h 4572000"/>
                  <a:gd name="connsiteX32" fmla="*/ 1289726 w 8778240"/>
                  <a:gd name="connsiteY32" fmla="*/ 4572000 h 4572000"/>
                  <a:gd name="connsiteX33" fmla="*/ 702259 w 8778240"/>
                  <a:gd name="connsiteY33" fmla="*/ 4572000 h 4572000"/>
                  <a:gd name="connsiteX34" fmla="*/ 0 w 8778240"/>
                  <a:gd name="connsiteY34" fmla="*/ 4572000 h 4572000"/>
                  <a:gd name="connsiteX35" fmla="*/ 0 w 8778240"/>
                  <a:gd name="connsiteY35" fmla="*/ 3827417 h 4572000"/>
                  <a:gd name="connsiteX36" fmla="*/ 0 w 8778240"/>
                  <a:gd name="connsiteY36" fmla="*/ 3082834 h 4572000"/>
                  <a:gd name="connsiteX37" fmla="*/ 0 w 8778240"/>
                  <a:gd name="connsiteY37" fmla="*/ 2521131 h 4572000"/>
                  <a:gd name="connsiteX38" fmla="*/ 0 w 8778240"/>
                  <a:gd name="connsiteY38" fmla="*/ 1776549 h 4572000"/>
                  <a:gd name="connsiteX39" fmla="*/ 0 w 8778240"/>
                  <a:gd name="connsiteY39" fmla="*/ 1031966 h 4572000"/>
                  <a:gd name="connsiteX40" fmla="*/ 0 w 8778240"/>
                  <a:gd name="connsiteY40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778240" h="4572000" fill="none" extrusionOk="0">
                    <a:moveTo>
                      <a:pt x="0" y="0"/>
                    </a:moveTo>
                    <a:cubicBezTo>
                      <a:pt x="178714" y="23096"/>
                      <a:pt x="398677" y="12179"/>
                      <a:pt x="499684" y="0"/>
                    </a:cubicBezTo>
                    <a:cubicBezTo>
                      <a:pt x="600691" y="-12179"/>
                      <a:pt x="1062296" y="-23924"/>
                      <a:pt x="1350498" y="0"/>
                    </a:cubicBezTo>
                    <a:cubicBezTo>
                      <a:pt x="1638700" y="23924"/>
                      <a:pt x="1973827" y="-27388"/>
                      <a:pt x="2201312" y="0"/>
                    </a:cubicBezTo>
                    <a:cubicBezTo>
                      <a:pt x="2428797" y="27388"/>
                      <a:pt x="2684237" y="-6438"/>
                      <a:pt x="2876562" y="0"/>
                    </a:cubicBezTo>
                    <a:cubicBezTo>
                      <a:pt x="3068887" y="6438"/>
                      <a:pt x="3490218" y="25425"/>
                      <a:pt x="3727376" y="0"/>
                    </a:cubicBezTo>
                    <a:cubicBezTo>
                      <a:pt x="3964534" y="-25425"/>
                      <a:pt x="4022017" y="-11862"/>
                      <a:pt x="4227060" y="0"/>
                    </a:cubicBezTo>
                    <a:cubicBezTo>
                      <a:pt x="4432103" y="11862"/>
                      <a:pt x="4652438" y="3486"/>
                      <a:pt x="4902309" y="0"/>
                    </a:cubicBezTo>
                    <a:cubicBezTo>
                      <a:pt x="5152180" y="-3486"/>
                      <a:pt x="5287654" y="8398"/>
                      <a:pt x="5401994" y="0"/>
                    </a:cubicBezTo>
                    <a:cubicBezTo>
                      <a:pt x="5516335" y="-8398"/>
                      <a:pt x="5694037" y="22837"/>
                      <a:pt x="5901678" y="0"/>
                    </a:cubicBezTo>
                    <a:cubicBezTo>
                      <a:pt x="6109319" y="-22837"/>
                      <a:pt x="6496252" y="-4476"/>
                      <a:pt x="6752492" y="0"/>
                    </a:cubicBezTo>
                    <a:cubicBezTo>
                      <a:pt x="7008732" y="4476"/>
                      <a:pt x="7255826" y="-3565"/>
                      <a:pt x="7427742" y="0"/>
                    </a:cubicBezTo>
                    <a:cubicBezTo>
                      <a:pt x="7599658" y="3565"/>
                      <a:pt x="7734184" y="-5205"/>
                      <a:pt x="8015208" y="0"/>
                    </a:cubicBezTo>
                    <a:cubicBezTo>
                      <a:pt x="8296232" y="5205"/>
                      <a:pt x="8561787" y="8838"/>
                      <a:pt x="8778240" y="0"/>
                    </a:cubicBezTo>
                    <a:cubicBezTo>
                      <a:pt x="8792953" y="240518"/>
                      <a:pt x="8776640" y="386628"/>
                      <a:pt x="8778240" y="653143"/>
                    </a:cubicBezTo>
                    <a:cubicBezTo>
                      <a:pt x="8779840" y="919658"/>
                      <a:pt x="8761381" y="1077654"/>
                      <a:pt x="8778240" y="1306286"/>
                    </a:cubicBezTo>
                    <a:cubicBezTo>
                      <a:pt x="8795099" y="1534918"/>
                      <a:pt x="8754955" y="1808015"/>
                      <a:pt x="8778240" y="1959429"/>
                    </a:cubicBezTo>
                    <a:cubicBezTo>
                      <a:pt x="8801525" y="2110843"/>
                      <a:pt x="8791186" y="2328962"/>
                      <a:pt x="8778240" y="2475411"/>
                    </a:cubicBezTo>
                    <a:cubicBezTo>
                      <a:pt x="8765294" y="2621860"/>
                      <a:pt x="8786724" y="2944865"/>
                      <a:pt x="8778240" y="3082834"/>
                    </a:cubicBezTo>
                    <a:cubicBezTo>
                      <a:pt x="8769756" y="3220803"/>
                      <a:pt x="8765318" y="3374710"/>
                      <a:pt x="8778240" y="3598817"/>
                    </a:cubicBezTo>
                    <a:cubicBezTo>
                      <a:pt x="8791162" y="3822924"/>
                      <a:pt x="8757818" y="4135222"/>
                      <a:pt x="8778240" y="4572000"/>
                    </a:cubicBezTo>
                    <a:cubicBezTo>
                      <a:pt x="8507520" y="4590363"/>
                      <a:pt x="8360798" y="4555059"/>
                      <a:pt x="8190773" y="4572000"/>
                    </a:cubicBezTo>
                    <a:cubicBezTo>
                      <a:pt x="8020748" y="4588941"/>
                      <a:pt x="7739346" y="4551070"/>
                      <a:pt x="7515524" y="4572000"/>
                    </a:cubicBezTo>
                    <a:cubicBezTo>
                      <a:pt x="7291702" y="4592930"/>
                      <a:pt x="7041660" y="4563571"/>
                      <a:pt x="6664710" y="4572000"/>
                    </a:cubicBezTo>
                    <a:cubicBezTo>
                      <a:pt x="6287760" y="4580429"/>
                      <a:pt x="6086248" y="4531617"/>
                      <a:pt x="5813896" y="4572000"/>
                    </a:cubicBezTo>
                    <a:cubicBezTo>
                      <a:pt x="5541544" y="4612383"/>
                      <a:pt x="5381681" y="4568963"/>
                      <a:pt x="5226429" y="4572000"/>
                    </a:cubicBezTo>
                    <a:cubicBezTo>
                      <a:pt x="5071177" y="4575037"/>
                      <a:pt x="4714311" y="4576362"/>
                      <a:pt x="4551180" y="4572000"/>
                    </a:cubicBezTo>
                    <a:cubicBezTo>
                      <a:pt x="4388049" y="4567638"/>
                      <a:pt x="4267414" y="4560716"/>
                      <a:pt x="4139278" y="4572000"/>
                    </a:cubicBezTo>
                    <a:cubicBezTo>
                      <a:pt x="4011142" y="4583284"/>
                      <a:pt x="3775391" y="4574838"/>
                      <a:pt x="3639593" y="4572000"/>
                    </a:cubicBezTo>
                    <a:cubicBezTo>
                      <a:pt x="3503796" y="4569162"/>
                      <a:pt x="3343542" y="4586881"/>
                      <a:pt x="3052127" y="4572000"/>
                    </a:cubicBezTo>
                    <a:cubicBezTo>
                      <a:pt x="2760712" y="4557119"/>
                      <a:pt x="2677690" y="4559553"/>
                      <a:pt x="2552442" y="4572000"/>
                    </a:cubicBezTo>
                    <a:cubicBezTo>
                      <a:pt x="2427194" y="4584447"/>
                      <a:pt x="2040949" y="4595062"/>
                      <a:pt x="1789410" y="4572000"/>
                    </a:cubicBezTo>
                    <a:cubicBezTo>
                      <a:pt x="1537871" y="4548938"/>
                      <a:pt x="1511563" y="4552262"/>
                      <a:pt x="1289726" y="4572000"/>
                    </a:cubicBezTo>
                    <a:cubicBezTo>
                      <a:pt x="1067889" y="4591738"/>
                      <a:pt x="844757" y="4590661"/>
                      <a:pt x="702259" y="4572000"/>
                    </a:cubicBezTo>
                    <a:cubicBezTo>
                      <a:pt x="559761" y="4553339"/>
                      <a:pt x="153792" y="4558511"/>
                      <a:pt x="0" y="4572000"/>
                    </a:cubicBezTo>
                    <a:cubicBezTo>
                      <a:pt x="-11122" y="4327362"/>
                      <a:pt x="7816" y="4105357"/>
                      <a:pt x="0" y="3827417"/>
                    </a:cubicBezTo>
                    <a:cubicBezTo>
                      <a:pt x="-7816" y="3549477"/>
                      <a:pt x="2824" y="3376562"/>
                      <a:pt x="0" y="3082834"/>
                    </a:cubicBezTo>
                    <a:cubicBezTo>
                      <a:pt x="-2824" y="2789106"/>
                      <a:pt x="19194" y="2674625"/>
                      <a:pt x="0" y="2521131"/>
                    </a:cubicBezTo>
                    <a:cubicBezTo>
                      <a:pt x="-19194" y="2367637"/>
                      <a:pt x="-13471" y="1993190"/>
                      <a:pt x="0" y="1776549"/>
                    </a:cubicBezTo>
                    <a:cubicBezTo>
                      <a:pt x="13471" y="1559908"/>
                      <a:pt x="14210" y="1352073"/>
                      <a:pt x="0" y="1031966"/>
                    </a:cubicBezTo>
                    <a:cubicBezTo>
                      <a:pt x="-14210" y="711859"/>
                      <a:pt x="-11558" y="442010"/>
                      <a:pt x="0" y="0"/>
                    </a:cubicBezTo>
                    <a:close/>
                  </a:path>
                  <a:path w="8778240" h="4572000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76993" y="286758"/>
                      <a:pt x="8801117" y="425178"/>
                      <a:pt x="8778240" y="607423"/>
                    </a:cubicBezTo>
                    <a:cubicBezTo>
                      <a:pt x="8755363" y="789668"/>
                      <a:pt x="8756702" y="1055504"/>
                      <a:pt x="8778240" y="1260566"/>
                    </a:cubicBezTo>
                    <a:cubicBezTo>
                      <a:pt x="8799778" y="1465628"/>
                      <a:pt x="8768272" y="1668671"/>
                      <a:pt x="8778240" y="1776549"/>
                    </a:cubicBezTo>
                    <a:cubicBezTo>
                      <a:pt x="8788208" y="1884427"/>
                      <a:pt x="8756298" y="2182745"/>
                      <a:pt x="8778240" y="2521131"/>
                    </a:cubicBezTo>
                    <a:cubicBezTo>
                      <a:pt x="8800182" y="2859517"/>
                      <a:pt x="8796741" y="3038031"/>
                      <a:pt x="8778240" y="3219994"/>
                    </a:cubicBezTo>
                    <a:cubicBezTo>
                      <a:pt x="8759739" y="3401957"/>
                      <a:pt x="8760153" y="3574983"/>
                      <a:pt x="8778240" y="3735977"/>
                    </a:cubicBezTo>
                    <a:cubicBezTo>
                      <a:pt x="8796327" y="3896971"/>
                      <a:pt x="8766948" y="4199909"/>
                      <a:pt x="8778240" y="4572000"/>
                    </a:cubicBezTo>
                    <a:cubicBezTo>
                      <a:pt x="8460359" y="4591961"/>
                      <a:pt x="8357360" y="4553883"/>
                      <a:pt x="8102991" y="4572000"/>
                    </a:cubicBezTo>
                    <a:cubicBezTo>
                      <a:pt x="7848622" y="4590117"/>
                      <a:pt x="7530650" y="4606850"/>
                      <a:pt x="7339959" y="4572000"/>
                    </a:cubicBezTo>
                    <a:cubicBezTo>
                      <a:pt x="7149268" y="4537150"/>
                      <a:pt x="7104442" y="4560949"/>
                      <a:pt x="6928057" y="4572000"/>
                    </a:cubicBezTo>
                    <a:cubicBezTo>
                      <a:pt x="6751672" y="4583051"/>
                      <a:pt x="6626271" y="4551863"/>
                      <a:pt x="6428373" y="4572000"/>
                    </a:cubicBezTo>
                    <a:cubicBezTo>
                      <a:pt x="6230475" y="4592137"/>
                      <a:pt x="5954931" y="4592553"/>
                      <a:pt x="5753123" y="4572000"/>
                    </a:cubicBezTo>
                    <a:cubicBezTo>
                      <a:pt x="5551315" y="4551448"/>
                      <a:pt x="5284865" y="4548686"/>
                      <a:pt x="5077874" y="4572000"/>
                    </a:cubicBezTo>
                    <a:cubicBezTo>
                      <a:pt x="4870883" y="4595314"/>
                      <a:pt x="4411879" y="4547063"/>
                      <a:pt x="4227060" y="4572000"/>
                    </a:cubicBezTo>
                    <a:cubicBezTo>
                      <a:pt x="4042241" y="4596937"/>
                      <a:pt x="3660318" y="4586560"/>
                      <a:pt x="3464029" y="4572000"/>
                    </a:cubicBezTo>
                    <a:cubicBezTo>
                      <a:pt x="3267740" y="4557440"/>
                      <a:pt x="2963149" y="4595771"/>
                      <a:pt x="2700997" y="4572000"/>
                    </a:cubicBezTo>
                    <a:cubicBezTo>
                      <a:pt x="2438845" y="4548229"/>
                      <a:pt x="2400092" y="4544826"/>
                      <a:pt x="2113530" y="4572000"/>
                    </a:cubicBezTo>
                    <a:cubicBezTo>
                      <a:pt x="1826968" y="4599174"/>
                      <a:pt x="1791984" y="4591473"/>
                      <a:pt x="1613846" y="4572000"/>
                    </a:cubicBezTo>
                    <a:cubicBezTo>
                      <a:pt x="1435708" y="4552527"/>
                      <a:pt x="1248221" y="4593111"/>
                      <a:pt x="938596" y="4572000"/>
                    </a:cubicBezTo>
                    <a:cubicBezTo>
                      <a:pt x="628971" y="4550890"/>
                      <a:pt x="344974" y="4568050"/>
                      <a:pt x="0" y="4572000"/>
                    </a:cubicBezTo>
                    <a:cubicBezTo>
                      <a:pt x="12928" y="4421210"/>
                      <a:pt x="6037" y="4024138"/>
                      <a:pt x="0" y="3873137"/>
                    </a:cubicBezTo>
                    <a:cubicBezTo>
                      <a:pt x="-6037" y="3722136"/>
                      <a:pt x="-8605" y="3326022"/>
                      <a:pt x="0" y="3128554"/>
                    </a:cubicBezTo>
                    <a:cubicBezTo>
                      <a:pt x="8605" y="2931086"/>
                      <a:pt x="22194" y="2738330"/>
                      <a:pt x="0" y="2383971"/>
                    </a:cubicBezTo>
                    <a:cubicBezTo>
                      <a:pt x="-22194" y="2029612"/>
                      <a:pt x="1491" y="1947295"/>
                      <a:pt x="0" y="1730829"/>
                    </a:cubicBezTo>
                    <a:cubicBezTo>
                      <a:pt x="-1491" y="1514363"/>
                      <a:pt x="-17379" y="1441633"/>
                      <a:pt x="0" y="1214846"/>
                    </a:cubicBezTo>
                    <a:cubicBezTo>
                      <a:pt x="17379" y="988059"/>
                      <a:pt x="-10922" y="24465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3D615FA7-ACA1-0E54-6B02-B4C956B6D589}"/>
                  </a:ext>
                </a:extLst>
              </p:cNvPr>
              <p:cNvGrpSpPr/>
              <p:nvPr/>
            </p:nvGrpSpPr>
            <p:grpSpPr>
              <a:xfrm>
                <a:off x="1901305" y="1332748"/>
                <a:ext cx="8389389" cy="4192503"/>
                <a:chOff x="2104673" y="1313237"/>
                <a:chExt cx="8389389" cy="4192503"/>
              </a:xfrm>
            </p:grpSpPr>
            <p:pic>
              <p:nvPicPr>
                <p:cNvPr id="9" name="그림 8" descr="텍스트, 전자제품, 스크린샷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B083A8FA-9F57-3DDC-745B-186D0FC18D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04673" y="1332380"/>
                  <a:ext cx="4173360" cy="4173360"/>
                </a:xfrm>
                <a:prstGeom prst="rect">
                  <a:avLst/>
                </a:prstGeom>
              </p:spPr>
            </p:pic>
            <p:pic>
              <p:nvPicPr>
                <p:cNvPr id="10" name="그림 9" descr="텍스트, 전자제품, 스크린샷, 디스플레이이(가) 표시된 사진&#10;&#10;자동 생성된 설명">
                  <a:extLst>
                    <a:ext uri="{FF2B5EF4-FFF2-40B4-BE49-F238E27FC236}">
                      <a16:creationId xmlns:a16="http://schemas.microsoft.com/office/drawing/2014/main" id="{4654F85C-B59B-7ED2-DB11-9C144A7FC1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01559" y="1313237"/>
                  <a:ext cx="4192503" cy="4192503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83332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9DD7551E-B6A0-A7F4-55F7-D3ECC37BD8BC}"/>
              </a:ext>
            </a:extLst>
          </p:cNvPr>
          <p:cNvGrpSpPr/>
          <p:nvPr/>
        </p:nvGrpSpPr>
        <p:grpSpPr>
          <a:xfrm>
            <a:off x="1636294" y="1086424"/>
            <a:ext cx="8919411" cy="4704293"/>
            <a:chOff x="1636294" y="1086424"/>
            <a:chExt cx="8919411" cy="470429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961DD6B-5F42-EE1A-C857-CC471D64B593}"/>
                </a:ext>
              </a:extLst>
            </p:cNvPr>
            <p:cNvGrpSpPr/>
            <p:nvPr/>
          </p:nvGrpSpPr>
          <p:grpSpPr>
            <a:xfrm>
              <a:off x="1636294" y="1086424"/>
              <a:ext cx="8919411" cy="4704293"/>
              <a:chOff x="1636294" y="1086424"/>
              <a:chExt cx="8919411" cy="4704293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7BF06F3B-0FDB-5CCC-35D5-6C5B03261E94}"/>
                  </a:ext>
                </a:extLst>
              </p:cNvPr>
              <p:cNvSpPr/>
              <p:nvPr/>
            </p:nvSpPr>
            <p:spPr>
              <a:xfrm>
                <a:off x="1636294" y="1086424"/>
                <a:ext cx="8919411" cy="4704293"/>
              </a:xfrm>
              <a:custGeom>
                <a:avLst/>
                <a:gdLst>
                  <a:gd name="connsiteX0" fmla="*/ 0 w 8919411"/>
                  <a:gd name="connsiteY0" fmla="*/ 0 h 4704293"/>
                  <a:gd name="connsiteX1" fmla="*/ 507720 w 8919411"/>
                  <a:gd name="connsiteY1" fmla="*/ 0 h 4704293"/>
                  <a:gd name="connsiteX2" fmla="*/ 1372217 w 8919411"/>
                  <a:gd name="connsiteY2" fmla="*/ 0 h 4704293"/>
                  <a:gd name="connsiteX3" fmla="*/ 2236714 w 8919411"/>
                  <a:gd name="connsiteY3" fmla="*/ 0 h 4704293"/>
                  <a:gd name="connsiteX4" fmla="*/ 2922822 w 8919411"/>
                  <a:gd name="connsiteY4" fmla="*/ 0 h 4704293"/>
                  <a:gd name="connsiteX5" fmla="*/ 3787319 w 8919411"/>
                  <a:gd name="connsiteY5" fmla="*/ 0 h 4704293"/>
                  <a:gd name="connsiteX6" fmla="*/ 4295039 w 8919411"/>
                  <a:gd name="connsiteY6" fmla="*/ 0 h 4704293"/>
                  <a:gd name="connsiteX7" fmla="*/ 4981148 w 8919411"/>
                  <a:gd name="connsiteY7" fmla="*/ 0 h 4704293"/>
                  <a:gd name="connsiteX8" fmla="*/ 5488868 w 8919411"/>
                  <a:gd name="connsiteY8" fmla="*/ 0 h 4704293"/>
                  <a:gd name="connsiteX9" fmla="*/ 5996589 w 8919411"/>
                  <a:gd name="connsiteY9" fmla="*/ 0 h 4704293"/>
                  <a:gd name="connsiteX10" fmla="*/ 6861085 w 8919411"/>
                  <a:gd name="connsiteY10" fmla="*/ 0 h 4704293"/>
                  <a:gd name="connsiteX11" fmla="*/ 7547194 w 8919411"/>
                  <a:gd name="connsiteY11" fmla="*/ 0 h 4704293"/>
                  <a:gd name="connsiteX12" fmla="*/ 8144108 w 8919411"/>
                  <a:gd name="connsiteY12" fmla="*/ 0 h 4704293"/>
                  <a:gd name="connsiteX13" fmla="*/ 8919411 w 8919411"/>
                  <a:gd name="connsiteY13" fmla="*/ 0 h 4704293"/>
                  <a:gd name="connsiteX14" fmla="*/ 8919411 w 8919411"/>
                  <a:gd name="connsiteY14" fmla="*/ 672042 h 4704293"/>
                  <a:gd name="connsiteX15" fmla="*/ 8919411 w 8919411"/>
                  <a:gd name="connsiteY15" fmla="*/ 1344084 h 4704293"/>
                  <a:gd name="connsiteX16" fmla="*/ 8919411 w 8919411"/>
                  <a:gd name="connsiteY16" fmla="*/ 2016126 h 4704293"/>
                  <a:gd name="connsiteX17" fmla="*/ 8919411 w 8919411"/>
                  <a:gd name="connsiteY17" fmla="*/ 2547039 h 4704293"/>
                  <a:gd name="connsiteX18" fmla="*/ 8919411 w 8919411"/>
                  <a:gd name="connsiteY18" fmla="*/ 3172038 h 4704293"/>
                  <a:gd name="connsiteX19" fmla="*/ 8919411 w 8919411"/>
                  <a:gd name="connsiteY19" fmla="*/ 3702951 h 4704293"/>
                  <a:gd name="connsiteX20" fmla="*/ 8919411 w 8919411"/>
                  <a:gd name="connsiteY20" fmla="*/ 4704293 h 4704293"/>
                  <a:gd name="connsiteX21" fmla="*/ 8322497 w 8919411"/>
                  <a:gd name="connsiteY21" fmla="*/ 4704293 h 4704293"/>
                  <a:gd name="connsiteX22" fmla="*/ 7636388 w 8919411"/>
                  <a:gd name="connsiteY22" fmla="*/ 4704293 h 4704293"/>
                  <a:gd name="connsiteX23" fmla="*/ 6771891 w 8919411"/>
                  <a:gd name="connsiteY23" fmla="*/ 4704293 h 4704293"/>
                  <a:gd name="connsiteX24" fmla="*/ 5907395 w 8919411"/>
                  <a:gd name="connsiteY24" fmla="*/ 4704293 h 4704293"/>
                  <a:gd name="connsiteX25" fmla="*/ 5310480 w 8919411"/>
                  <a:gd name="connsiteY25" fmla="*/ 4704293 h 4704293"/>
                  <a:gd name="connsiteX26" fmla="*/ 4624372 w 8919411"/>
                  <a:gd name="connsiteY26" fmla="*/ 4704293 h 4704293"/>
                  <a:gd name="connsiteX27" fmla="*/ 4205845 w 8919411"/>
                  <a:gd name="connsiteY27" fmla="*/ 4704293 h 4704293"/>
                  <a:gd name="connsiteX28" fmla="*/ 3698125 w 8919411"/>
                  <a:gd name="connsiteY28" fmla="*/ 4704293 h 4704293"/>
                  <a:gd name="connsiteX29" fmla="*/ 3101211 w 8919411"/>
                  <a:gd name="connsiteY29" fmla="*/ 4704293 h 4704293"/>
                  <a:gd name="connsiteX30" fmla="*/ 2593490 w 8919411"/>
                  <a:gd name="connsiteY30" fmla="*/ 4704293 h 4704293"/>
                  <a:gd name="connsiteX31" fmla="*/ 1818188 w 8919411"/>
                  <a:gd name="connsiteY31" fmla="*/ 4704293 h 4704293"/>
                  <a:gd name="connsiteX32" fmla="*/ 1310467 w 8919411"/>
                  <a:gd name="connsiteY32" fmla="*/ 4704293 h 4704293"/>
                  <a:gd name="connsiteX33" fmla="*/ 713553 w 8919411"/>
                  <a:gd name="connsiteY33" fmla="*/ 4704293 h 4704293"/>
                  <a:gd name="connsiteX34" fmla="*/ 0 w 8919411"/>
                  <a:gd name="connsiteY34" fmla="*/ 4704293 h 4704293"/>
                  <a:gd name="connsiteX35" fmla="*/ 0 w 8919411"/>
                  <a:gd name="connsiteY35" fmla="*/ 3938165 h 4704293"/>
                  <a:gd name="connsiteX36" fmla="*/ 0 w 8919411"/>
                  <a:gd name="connsiteY36" fmla="*/ 3172038 h 4704293"/>
                  <a:gd name="connsiteX37" fmla="*/ 0 w 8919411"/>
                  <a:gd name="connsiteY37" fmla="*/ 2594082 h 4704293"/>
                  <a:gd name="connsiteX38" fmla="*/ 0 w 8919411"/>
                  <a:gd name="connsiteY38" fmla="*/ 1827954 h 4704293"/>
                  <a:gd name="connsiteX39" fmla="*/ 0 w 8919411"/>
                  <a:gd name="connsiteY39" fmla="*/ 1061826 h 4704293"/>
                  <a:gd name="connsiteX40" fmla="*/ 0 w 8919411"/>
                  <a:gd name="connsiteY40" fmla="*/ 0 h 4704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919411" h="4704293" fill="none" extrusionOk="0">
                    <a:moveTo>
                      <a:pt x="0" y="0"/>
                    </a:moveTo>
                    <a:cubicBezTo>
                      <a:pt x="155852" y="12910"/>
                      <a:pt x="353093" y="15622"/>
                      <a:pt x="507720" y="0"/>
                    </a:cubicBezTo>
                    <a:cubicBezTo>
                      <a:pt x="662347" y="-15622"/>
                      <a:pt x="1104388" y="-1090"/>
                      <a:pt x="1372217" y="0"/>
                    </a:cubicBezTo>
                    <a:cubicBezTo>
                      <a:pt x="1640046" y="1090"/>
                      <a:pt x="1836651" y="24641"/>
                      <a:pt x="2236714" y="0"/>
                    </a:cubicBezTo>
                    <a:cubicBezTo>
                      <a:pt x="2636777" y="-24641"/>
                      <a:pt x="2683889" y="-9815"/>
                      <a:pt x="2922822" y="0"/>
                    </a:cubicBezTo>
                    <a:cubicBezTo>
                      <a:pt x="3161755" y="9815"/>
                      <a:pt x="3478906" y="18756"/>
                      <a:pt x="3787319" y="0"/>
                    </a:cubicBezTo>
                    <a:cubicBezTo>
                      <a:pt x="4095732" y="-18756"/>
                      <a:pt x="4059573" y="-4477"/>
                      <a:pt x="4295039" y="0"/>
                    </a:cubicBezTo>
                    <a:cubicBezTo>
                      <a:pt x="4530505" y="4477"/>
                      <a:pt x="4817588" y="13218"/>
                      <a:pt x="4981148" y="0"/>
                    </a:cubicBezTo>
                    <a:cubicBezTo>
                      <a:pt x="5144708" y="-13218"/>
                      <a:pt x="5268258" y="-8868"/>
                      <a:pt x="5488868" y="0"/>
                    </a:cubicBezTo>
                    <a:cubicBezTo>
                      <a:pt x="5709478" y="8868"/>
                      <a:pt x="5871002" y="12309"/>
                      <a:pt x="5996589" y="0"/>
                    </a:cubicBezTo>
                    <a:cubicBezTo>
                      <a:pt x="6122176" y="-12309"/>
                      <a:pt x="6644343" y="-27135"/>
                      <a:pt x="6861085" y="0"/>
                    </a:cubicBezTo>
                    <a:cubicBezTo>
                      <a:pt x="7077827" y="27135"/>
                      <a:pt x="7284724" y="31368"/>
                      <a:pt x="7547194" y="0"/>
                    </a:cubicBezTo>
                    <a:cubicBezTo>
                      <a:pt x="7809664" y="-31368"/>
                      <a:pt x="7969953" y="6483"/>
                      <a:pt x="8144108" y="0"/>
                    </a:cubicBezTo>
                    <a:cubicBezTo>
                      <a:pt x="8318263" y="-6483"/>
                      <a:pt x="8597796" y="-3839"/>
                      <a:pt x="8919411" y="0"/>
                    </a:cubicBezTo>
                    <a:cubicBezTo>
                      <a:pt x="8947814" y="313012"/>
                      <a:pt x="8923797" y="417376"/>
                      <a:pt x="8919411" y="672042"/>
                    </a:cubicBezTo>
                    <a:cubicBezTo>
                      <a:pt x="8915025" y="926708"/>
                      <a:pt x="8941503" y="1200634"/>
                      <a:pt x="8919411" y="1344084"/>
                    </a:cubicBezTo>
                    <a:cubicBezTo>
                      <a:pt x="8897319" y="1487534"/>
                      <a:pt x="8896018" y="1707868"/>
                      <a:pt x="8919411" y="2016126"/>
                    </a:cubicBezTo>
                    <a:cubicBezTo>
                      <a:pt x="8942804" y="2324384"/>
                      <a:pt x="8907776" y="2324871"/>
                      <a:pt x="8919411" y="2547039"/>
                    </a:cubicBezTo>
                    <a:cubicBezTo>
                      <a:pt x="8931046" y="2769207"/>
                      <a:pt x="8929947" y="3024608"/>
                      <a:pt x="8919411" y="3172038"/>
                    </a:cubicBezTo>
                    <a:cubicBezTo>
                      <a:pt x="8908875" y="3319468"/>
                      <a:pt x="8943244" y="3452684"/>
                      <a:pt x="8919411" y="3702951"/>
                    </a:cubicBezTo>
                    <a:cubicBezTo>
                      <a:pt x="8895578" y="3953218"/>
                      <a:pt x="8921649" y="4442202"/>
                      <a:pt x="8919411" y="4704293"/>
                    </a:cubicBezTo>
                    <a:cubicBezTo>
                      <a:pt x="8763925" y="4723704"/>
                      <a:pt x="8483515" y="4694547"/>
                      <a:pt x="8322497" y="4704293"/>
                    </a:cubicBezTo>
                    <a:cubicBezTo>
                      <a:pt x="8161479" y="4714039"/>
                      <a:pt x="7780689" y="4679333"/>
                      <a:pt x="7636388" y="4704293"/>
                    </a:cubicBezTo>
                    <a:cubicBezTo>
                      <a:pt x="7492087" y="4729253"/>
                      <a:pt x="7201343" y="4718841"/>
                      <a:pt x="6771891" y="4704293"/>
                    </a:cubicBezTo>
                    <a:cubicBezTo>
                      <a:pt x="6342439" y="4689745"/>
                      <a:pt x="6142047" y="4664990"/>
                      <a:pt x="5907395" y="4704293"/>
                    </a:cubicBezTo>
                    <a:cubicBezTo>
                      <a:pt x="5672743" y="4743596"/>
                      <a:pt x="5459816" y="4707115"/>
                      <a:pt x="5310480" y="4704293"/>
                    </a:cubicBezTo>
                    <a:cubicBezTo>
                      <a:pt x="5161145" y="4701471"/>
                      <a:pt x="4939795" y="4692648"/>
                      <a:pt x="4624372" y="4704293"/>
                    </a:cubicBezTo>
                    <a:cubicBezTo>
                      <a:pt x="4308949" y="4715938"/>
                      <a:pt x="4410116" y="4699146"/>
                      <a:pt x="4205845" y="4704293"/>
                    </a:cubicBezTo>
                    <a:cubicBezTo>
                      <a:pt x="4001574" y="4709440"/>
                      <a:pt x="3876302" y="4687478"/>
                      <a:pt x="3698125" y="4704293"/>
                    </a:cubicBezTo>
                    <a:cubicBezTo>
                      <a:pt x="3519948" y="4721108"/>
                      <a:pt x="3233266" y="4720005"/>
                      <a:pt x="3101211" y="4704293"/>
                    </a:cubicBezTo>
                    <a:cubicBezTo>
                      <a:pt x="2969156" y="4688581"/>
                      <a:pt x="2820524" y="4685715"/>
                      <a:pt x="2593490" y="4704293"/>
                    </a:cubicBezTo>
                    <a:cubicBezTo>
                      <a:pt x="2366456" y="4722871"/>
                      <a:pt x="2205427" y="4690247"/>
                      <a:pt x="1818188" y="4704293"/>
                    </a:cubicBezTo>
                    <a:cubicBezTo>
                      <a:pt x="1430949" y="4718339"/>
                      <a:pt x="1494027" y="4713075"/>
                      <a:pt x="1310467" y="4704293"/>
                    </a:cubicBezTo>
                    <a:cubicBezTo>
                      <a:pt x="1126907" y="4695511"/>
                      <a:pt x="938701" y="4678483"/>
                      <a:pt x="713553" y="4704293"/>
                    </a:cubicBezTo>
                    <a:cubicBezTo>
                      <a:pt x="488405" y="4730103"/>
                      <a:pt x="289117" y="4732539"/>
                      <a:pt x="0" y="4704293"/>
                    </a:cubicBezTo>
                    <a:cubicBezTo>
                      <a:pt x="-26116" y="4359461"/>
                      <a:pt x="-19719" y="4193012"/>
                      <a:pt x="0" y="3938165"/>
                    </a:cubicBezTo>
                    <a:cubicBezTo>
                      <a:pt x="19719" y="3683318"/>
                      <a:pt x="-6622" y="3465295"/>
                      <a:pt x="0" y="3172038"/>
                    </a:cubicBezTo>
                    <a:cubicBezTo>
                      <a:pt x="6622" y="2878781"/>
                      <a:pt x="7416" y="2720401"/>
                      <a:pt x="0" y="2594082"/>
                    </a:cubicBezTo>
                    <a:cubicBezTo>
                      <a:pt x="-7416" y="2467763"/>
                      <a:pt x="-27569" y="2097341"/>
                      <a:pt x="0" y="1827954"/>
                    </a:cubicBezTo>
                    <a:cubicBezTo>
                      <a:pt x="27569" y="1558567"/>
                      <a:pt x="23722" y="1402043"/>
                      <a:pt x="0" y="1061826"/>
                    </a:cubicBezTo>
                    <a:cubicBezTo>
                      <a:pt x="-23722" y="721609"/>
                      <a:pt x="3106" y="337193"/>
                      <a:pt x="0" y="0"/>
                    </a:cubicBezTo>
                    <a:close/>
                  </a:path>
                  <a:path w="8919411" h="4704293" stroke="0" extrusionOk="0">
                    <a:moveTo>
                      <a:pt x="0" y="0"/>
                    </a:moveTo>
                    <a:cubicBezTo>
                      <a:pt x="212365" y="-5153"/>
                      <a:pt x="382387" y="-2443"/>
                      <a:pt x="596914" y="0"/>
                    </a:cubicBezTo>
                    <a:cubicBezTo>
                      <a:pt x="811441" y="2443"/>
                      <a:pt x="997373" y="9618"/>
                      <a:pt x="1283023" y="0"/>
                    </a:cubicBezTo>
                    <a:cubicBezTo>
                      <a:pt x="1568673" y="-9618"/>
                      <a:pt x="1692618" y="5819"/>
                      <a:pt x="1879937" y="0"/>
                    </a:cubicBezTo>
                    <a:cubicBezTo>
                      <a:pt x="2067256" y="-5819"/>
                      <a:pt x="2473833" y="26113"/>
                      <a:pt x="2655240" y="0"/>
                    </a:cubicBezTo>
                    <a:cubicBezTo>
                      <a:pt x="2836647" y="-26113"/>
                      <a:pt x="3189547" y="-18111"/>
                      <a:pt x="3430543" y="0"/>
                    </a:cubicBezTo>
                    <a:cubicBezTo>
                      <a:pt x="3671539" y="18111"/>
                      <a:pt x="3705908" y="3984"/>
                      <a:pt x="3849069" y="0"/>
                    </a:cubicBezTo>
                    <a:cubicBezTo>
                      <a:pt x="3992230" y="-3984"/>
                      <a:pt x="4236175" y="-11617"/>
                      <a:pt x="4356789" y="0"/>
                    </a:cubicBezTo>
                    <a:cubicBezTo>
                      <a:pt x="4477403" y="11617"/>
                      <a:pt x="4576061" y="-279"/>
                      <a:pt x="4775315" y="0"/>
                    </a:cubicBezTo>
                    <a:cubicBezTo>
                      <a:pt x="4974569" y="279"/>
                      <a:pt x="5277973" y="-39466"/>
                      <a:pt x="5639812" y="0"/>
                    </a:cubicBezTo>
                    <a:cubicBezTo>
                      <a:pt x="6001651" y="39466"/>
                      <a:pt x="5908454" y="-15848"/>
                      <a:pt x="6058338" y="0"/>
                    </a:cubicBezTo>
                    <a:cubicBezTo>
                      <a:pt x="6208222" y="15848"/>
                      <a:pt x="6383469" y="6005"/>
                      <a:pt x="6566059" y="0"/>
                    </a:cubicBezTo>
                    <a:cubicBezTo>
                      <a:pt x="6748649" y="-6005"/>
                      <a:pt x="7104063" y="7671"/>
                      <a:pt x="7430555" y="0"/>
                    </a:cubicBezTo>
                    <a:cubicBezTo>
                      <a:pt x="7757047" y="-7671"/>
                      <a:pt x="7905262" y="32632"/>
                      <a:pt x="8116664" y="0"/>
                    </a:cubicBezTo>
                    <a:cubicBezTo>
                      <a:pt x="8328066" y="-32632"/>
                      <a:pt x="8597494" y="-20521"/>
                      <a:pt x="8919411" y="0"/>
                    </a:cubicBezTo>
                    <a:cubicBezTo>
                      <a:pt x="8934427" y="223380"/>
                      <a:pt x="8918638" y="481377"/>
                      <a:pt x="8919411" y="624999"/>
                    </a:cubicBezTo>
                    <a:cubicBezTo>
                      <a:pt x="8920184" y="768621"/>
                      <a:pt x="8894979" y="1039513"/>
                      <a:pt x="8919411" y="1297041"/>
                    </a:cubicBezTo>
                    <a:cubicBezTo>
                      <a:pt x="8943843" y="1554569"/>
                      <a:pt x="8896756" y="1576214"/>
                      <a:pt x="8919411" y="1827954"/>
                    </a:cubicBezTo>
                    <a:cubicBezTo>
                      <a:pt x="8942066" y="2079694"/>
                      <a:pt x="8952302" y="2396914"/>
                      <a:pt x="8919411" y="2594082"/>
                    </a:cubicBezTo>
                    <a:cubicBezTo>
                      <a:pt x="8886520" y="2791250"/>
                      <a:pt x="8887774" y="3128122"/>
                      <a:pt x="8919411" y="3313166"/>
                    </a:cubicBezTo>
                    <a:cubicBezTo>
                      <a:pt x="8951048" y="3498210"/>
                      <a:pt x="8905040" y="3583846"/>
                      <a:pt x="8919411" y="3844079"/>
                    </a:cubicBezTo>
                    <a:cubicBezTo>
                      <a:pt x="8933782" y="4104312"/>
                      <a:pt x="8883679" y="4478215"/>
                      <a:pt x="8919411" y="4704293"/>
                    </a:cubicBezTo>
                    <a:cubicBezTo>
                      <a:pt x="8656847" y="4691389"/>
                      <a:pt x="8531379" y="4719935"/>
                      <a:pt x="8233302" y="4704293"/>
                    </a:cubicBezTo>
                    <a:cubicBezTo>
                      <a:pt x="7935225" y="4688651"/>
                      <a:pt x="7836750" y="4720962"/>
                      <a:pt x="7458000" y="4704293"/>
                    </a:cubicBezTo>
                    <a:cubicBezTo>
                      <a:pt x="7079250" y="4687624"/>
                      <a:pt x="7244125" y="4706187"/>
                      <a:pt x="7039474" y="4704293"/>
                    </a:cubicBezTo>
                    <a:cubicBezTo>
                      <a:pt x="6834823" y="4702399"/>
                      <a:pt x="6733132" y="4710085"/>
                      <a:pt x="6531753" y="4704293"/>
                    </a:cubicBezTo>
                    <a:cubicBezTo>
                      <a:pt x="6330374" y="4698501"/>
                      <a:pt x="6163769" y="4701840"/>
                      <a:pt x="5845645" y="4704293"/>
                    </a:cubicBezTo>
                    <a:cubicBezTo>
                      <a:pt x="5527521" y="4706746"/>
                      <a:pt x="5354543" y="4731204"/>
                      <a:pt x="5159536" y="4704293"/>
                    </a:cubicBezTo>
                    <a:cubicBezTo>
                      <a:pt x="4964529" y="4677382"/>
                      <a:pt x="4626303" y="4689499"/>
                      <a:pt x="4295039" y="4704293"/>
                    </a:cubicBezTo>
                    <a:cubicBezTo>
                      <a:pt x="3963775" y="4719087"/>
                      <a:pt x="3858965" y="4738447"/>
                      <a:pt x="3519737" y="4704293"/>
                    </a:cubicBezTo>
                    <a:cubicBezTo>
                      <a:pt x="3180509" y="4670139"/>
                      <a:pt x="3110658" y="4679344"/>
                      <a:pt x="2744434" y="4704293"/>
                    </a:cubicBezTo>
                    <a:cubicBezTo>
                      <a:pt x="2378210" y="4729242"/>
                      <a:pt x="2404749" y="4682259"/>
                      <a:pt x="2147520" y="4704293"/>
                    </a:cubicBezTo>
                    <a:cubicBezTo>
                      <a:pt x="1890291" y="4726327"/>
                      <a:pt x="1827676" y="4694168"/>
                      <a:pt x="1639799" y="4704293"/>
                    </a:cubicBezTo>
                    <a:cubicBezTo>
                      <a:pt x="1451922" y="4714418"/>
                      <a:pt x="1282562" y="4712376"/>
                      <a:pt x="953691" y="4704293"/>
                    </a:cubicBezTo>
                    <a:cubicBezTo>
                      <a:pt x="624820" y="4696210"/>
                      <a:pt x="413831" y="4664926"/>
                      <a:pt x="0" y="4704293"/>
                    </a:cubicBezTo>
                    <a:cubicBezTo>
                      <a:pt x="28538" y="4392175"/>
                      <a:pt x="20106" y="4230980"/>
                      <a:pt x="0" y="3985208"/>
                    </a:cubicBezTo>
                    <a:cubicBezTo>
                      <a:pt x="-20106" y="3739437"/>
                      <a:pt x="-4534" y="3590038"/>
                      <a:pt x="0" y="3219080"/>
                    </a:cubicBezTo>
                    <a:cubicBezTo>
                      <a:pt x="4534" y="2848122"/>
                      <a:pt x="-6675" y="2639298"/>
                      <a:pt x="0" y="2452953"/>
                    </a:cubicBezTo>
                    <a:cubicBezTo>
                      <a:pt x="6675" y="2266608"/>
                      <a:pt x="31004" y="2108772"/>
                      <a:pt x="0" y="1780911"/>
                    </a:cubicBezTo>
                    <a:cubicBezTo>
                      <a:pt x="-31004" y="1453050"/>
                      <a:pt x="12119" y="1473837"/>
                      <a:pt x="0" y="1249998"/>
                    </a:cubicBezTo>
                    <a:cubicBezTo>
                      <a:pt x="-12119" y="1026159"/>
                      <a:pt x="39685" y="34849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0EECE81-1AB5-E1FF-0AD2-2AC9B65FEA77}"/>
                  </a:ext>
                </a:extLst>
              </p:cNvPr>
              <p:cNvSpPr/>
              <p:nvPr/>
            </p:nvSpPr>
            <p:spPr>
              <a:xfrm>
                <a:off x="1706880" y="1143000"/>
                <a:ext cx="8778240" cy="4572000"/>
              </a:xfrm>
              <a:custGeom>
                <a:avLst/>
                <a:gdLst>
                  <a:gd name="connsiteX0" fmla="*/ 0 w 8778240"/>
                  <a:gd name="connsiteY0" fmla="*/ 0 h 4572000"/>
                  <a:gd name="connsiteX1" fmla="*/ 499684 w 8778240"/>
                  <a:gd name="connsiteY1" fmla="*/ 0 h 4572000"/>
                  <a:gd name="connsiteX2" fmla="*/ 1350498 w 8778240"/>
                  <a:gd name="connsiteY2" fmla="*/ 0 h 4572000"/>
                  <a:gd name="connsiteX3" fmla="*/ 2201312 w 8778240"/>
                  <a:gd name="connsiteY3" fmla="*/ 0 h 4572000"/>
                  <a:gd name="connsiteX4" fmla="*/ 2876562 w 8778240"/>
                  <a:gd name="connsiteY4" fmla="*/ 0 h 4572000"/>
                  <a:gd name="connsiteX5" fmla="*/ 3727376 w 8778240"/>
                  <a:gd name="connsiteY5" fmla="*/ 0 h 4572000"/>
                  <a:gd name="connsiteX6" fmla="*/ 4227060 w 8778240"/>
                  <a:gd name="connsiteY6" fmla="*/ 0 h 4572000"/>
                  <a:gd name="connsiteX7" fmla="*/ 4902309 w 8778240"/>
                  <a:gd name="connsiteY7" fmla="*/ 0 h 4572000"/>
                  <a:gd name="connsiteX8" fmla="*/ 5401994 w 8778240"/>
                  <a:gd name="connsiteY8" fmla="*/ 0 h 4572000"/>
                  <a:gd name="connsiteX9" fmla="*/ 5901678 w 8778240"/>
                  <a:gd name="connsiteY9" fmla="*/ 0 h 4572000"/>
                  <a:gd name="connsiteX10" fmla="*/ 6752492 w 8778240"/>
                  <a:gd name="connsiteY10" fmla="*/ 0 h 4572000"/>
                  <a:gd name="connsiteX11" fmla="*/ 7427742 w 8778240"/>
                  <a:gd name="connsiteY11" fmla="*/ 0 h 4572000"/>
                  <a:gd name="connsiteX12" fmla="*/ 8015208 w 8778240"/>
                  <a:gd name="connsiteY12" fmla="*/ 0 h 4572000"/>
                  <a:gd name="connsiteX13" fmla="*/ 8778240 w 8778240"/>
                  <a:gd name="connsiteY13" fmla="*/ 0 h 4572000"/>
                  <a:gd name="connsiteX14" fmla="*/ 8778240 w 8778240"/>
                  <a:gd name="connsiteY14" fmla="*/ 653143 h 4572000"/>
                  <a:gd name="connsiteX15" fmla="*/ 8778240 w 8778240"/>
                  <a:gd name="connsiteY15" fmla="*/ 1306286 h 4572000"/>
                  <a:gd name="connsiteX16" fmla="*/ 8778240 w 8778240"/>
                  <a:gd name="connsiteY16" fmla="*/ 1959429 h 4572000"/>
                  <a:gd name="connsiteX17" fmla="*/ 8778240 w 8778240"/>
                  <a:gd name="connsiteY17" fmla="*/ 2475411 h 4572000"/>
                  <a:gd name="connsiteX18" fmla="*/ 8778240 w 8778240"/>
                  <a:gd name="connsiteY18" fmla="*/ 3082834 h 4572000"/>
                  <a:gd name="connsiteX19" fmla="*/ 8778240 w 8778240"/>
                  <a:gd name="connsiteY19" fmla="*/ 3598817 h 4572000"/>
                  <a:gd name="connsiteX20" fmla="*/ 8778240 w 8778240"/>
                  <a:gd name="connsiteY20" fmla="*/ 4572000 h 4572000"/>
                  <a:gd name="connsiteX21" fmla="*/ 8190773 w 8778240"/>
                  <a:gd name="connsiteY21" fmla="*/ 4572000 h 4572000"/>
                  <a:gd name="connsiteX22" fmla="*/ 7515524 w 8778240"/>
                  <a:gd name="connsiteY22" fmla="*/ 4572000 h 4572000"/>
                  <a:gd name="connsiteX23" fmla="*/ 6664710 w 8778240"/>
                  <a:gd name="connsiteY23" fmla="*/ 4572000 h 4572000"/>
                  <a:gd name="connsiteX24" fmla="*/ 5813896 w 8778240"/>
                  <a:gd name="connsiteY24" fmla="*/ 4572000 h 4572000"/>
                  <a:gd name="connsiteX25" fmla="*/ 5226429 w 8778240"/>
                  <a:gd name="connsiteY25" fmla="*/ 4572000 h 4572000"/>
                  <a:gd name="connsiteX26" fmla="*/ 4551180 w 8778240"/>
                  <a:gd name="connsiteY26" fmla="*/ 4572000 h 4572000"/>
                  <a:gd name="connsiteX27" fmla="*/ 4139278 w 8778240"/>
                  <a:gd name="connsiteY27" fmla="*/ 4572000 h 4572000"/>
                  <a:gd name="connsiteX28" fmla="*/ 3639593 w 8778240"/>
                  <a:gd name="connsiteY28" fmla="*/ 4572000 h 4572000"/>
                  <a:gd name="connsiteX29" fmla="*/ 3052127 w 8778240"/>
                  <a:gd name="connsiteY29" fmla="*/ 4572000 h 4572000"/>
                  <a:gd name="connsiteX30" fmla="*/ 2552442 w 8778240"/>
                  <a:gd name="connsiteY30" fmla="*/ 4572000 h 4572000"/>
                  <a:gd name="connsiteX31" fmla="*/ 1789410 w 8778240"/>
                  <a:gd name="connsiteY31" fmla="*/ 4572000 h 4572000"/>
                  <a:gd name="connsiteX32" fmla="*/ 1289726 w 8778240"/>
                  <a:gd name="connsiteY32" fmla="*/ 4572000 h 4572000"/>
                  <a:gd name="connsiteX33" fmla="*/ 702259 w 8778240"/>
                  <a:gd name="connsiteY33" fmla="*/ 4572000 h 4572000"/>
                  <a:gd name="connsiteX34" fmla="*/ 0 w 8778240"/>
                  <a:gd name="connsiteY34" fmla="*/ 4572000 h 4572000"/>
                  <a:gd name="connsiteX35" fmla="*/ 0 w 8778240"/>
                  <a:gd name="connsiteY35" fmla="*/ 3827417 h 4572000"/>
                  <a:gd name="connsiteX36" fmla="*/ 0 w 8778240"/>
                  <a:gd name="connsiteY36" fmla="*/ 3082834 h 4572000"/>
                  <a:gd name="connsiteX37" fmla="*/ 0 w 8778240"/>
                  <a:gd name="connsiteY37" fmla="*/ 2521131 h 4572000"/>
                  <a:gd name="connsiteX38" fmla="*/ 0 w 8778240"/>
                  <a:gd name="connsiteY38" fmla="*/ 1776549 h 4572000"/>
                  <a:gd name="connsiteX39" fmla="*/ 0 w 8778240"/>
                  <a:gd name="connsiteY39" fmla="*/ 1031966 h 4572000"/>
                  <a:gd name="connsiteX40" fmla="*/ 0 w 8778240"/>
                  <a:gd name="connsiteY40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778240" h="4572000" fill="none" extrusionOk="0">
                    <a:moveTo>
                      <a:pt x="0" y="0"/>
                    </a:moveTo>
                    <a:cubicBezTo>
                      <a:pt x="178714" y="23096"/>
                      <a:pt x="398677" y="12179"/>
                      <a:pt x="499684" y="0"/>
                    </a:cubicBezTo>
                    <a:cubicBezTo>
                      <a:pt x="600691" y="-12179"/>
                      <a:pt x="1062296" y="-23924"/>
                      <a:pt x="1350498" y="0"/>
                    </a:cubicBezTo>
                    <a:cubicBezTo>
                      <a:pt x="1638700" y="23924"/>
                      <a:pt x="1973827" y="-27388"/>
                      <a:pt x="2201312" y="0"/>
                    </a:cubicBezTo>
                    <a:cubicBezTo>
                      <a:pt x="2428797" y="27388"/>
                      <a:pt x="2684237" y="-6438"/>
                      <a:pt x="2876562" y="0"/>
                    </a:cubicBezTo>
                    <a:cubicBezTo>
                      <a:pt x="3068887" y="6438"/>
                      <a:pt x="3490218" y="25425"/>
                      <a:pt x="3727376" y="0"/>
                    </a:cubicBezTo>
                    <a:cubicBezTo>
                      <a:pt x="3964534" y="-25425"/>
                      <a:pt x="4022017" y="-11862"/>
                      <a:pt x="4227060" y="0"/>
                    </a:cubicBezTo>
                    <a:cubicBezTo>
                      <a:pt x="4432103" y="11862"/>
                      <a:pt x="4652438" y="3486"/>
                      <a:pt x="4902309" y="0"/>
                    </a:cubicBezTo>
                    <a:cubicBezTo>
                      <a:pt x="5152180" y="-3486"/>
                      <a:pt x="5287654" y="8398"/>
                      <a:pt x="5401994" y="0"/>
                    </a:cubicBezTo>
                    <a:cubicBezTo>
                      <a:pt x="5516335" y="-8398"/>
                      <a:pt x="5694037" y="22837"/>
                      <a:pt x="5901678" y="0"/>
                    </a:cubicBezTo>
                    <a:cubicBezTo>
                      <a:pt x="6109319" y="-22837"/>
                      <a:pt x="6496252" y="-4476"/>
                      <a:pt x="6752492" y="0"/>
                    </a:cubicBezTo>
                    <a:cubicBezTo>
                      <a:pt x="7008732" y="4476"/>
                      <a:pt x="7255826" y="-3565"/>
                      <a:pt x="7427742" y="0"/>
                    </a:cubicBezTo>
                    <a:cubicBezTo>
                      <a:pt x="7599658" y="3565"/>
                      <a:pt x="7734184" y="-5205"/>
                      <a:pt x="8015208" y="0"/>
                    </a:cubicBezTo>
                    <a:cubicBezTo>
                      <a:pt x="8296232" y="5205"/>
                      <a:pt x="8561787" y="8838"/>
                      <a:pt x="8778240" y="0"/>
                    </a:cubicBezTo>
                    <a:cubicBezTo>
                      <a:pt x="8792953" y="240518"/>
                      <a:pt x="8776640" y="386628"/>
                      <a:pt x="8778240" y="653143"/>
                    </a:cubicBezTo>
                    <a:cubicBezTo>
                      <a:pt x="8779840" y="919658"/>
                      <a:pt x="8761381" y="1077654"/>
                      <a:pt x="8778240" y="1306286"/>
                    </a:cubicBezTo>
                    <a:cubicBezTo>
                      <a:pt x="8795099" y="1534918"/>
                      <a:pt x="8754955" y="1808015"/>
                      <a:pt x="8778240" y="1959429"/>
                    </a:cubicBezTo>
                    <a:cubicBezTo>
                      <a:pt x="8801525" y="2110843"/>
                      <a:pt x="8791186" y="2328962"/>
                      <a:pt x="8778240" y="2475411"/>
                    </a:cubicBezTo>
                    <a:cubicBezTo>
                      <a:pt x="8765294" y="2621860"/>
                      <a:pt x="8786724" y="2944865"/>
                      <a:pt x="8778240" y="3082834"/>
                    </a:cubicBezTo>
                    <a:cubicBezTo>
                      <a:pt x="8769756" y="3220803"/>
                      <a:pt x="8765318" y="3374710"/>
                      <a:pt x="8778240" y="3598817"/>
                    </a:cubicBezTo>
                    <a:cubicBezTo>
                      <a:pt x="8791162" y="3822924"/>
                      <a:pt x="8757818" y="4135222"/>
                      <a:pt x="8778240" y="4572000"/>
                    </a:cubicBezTo>
                    <a:cubicBezTo>
                      <a:pt x="8507520" y="4590363"/>
                      <a:pt x="8360798" y="4555059"/>
                      <a:pt x="8190773" y="4572000"/>
                    </a:cubicBezTo>
                    <a:cubicBezTo>
                      <a:pt x="8020748" y="4588941"/>
                      <a:pt x="7739346" y="4551070"/>
                      <a:pt x="7515524" y="4572000"/>
                    </a:cubicBezTo>
                    <a:cubicBezTo>
                      <a:pt x="7291702" y="4592930"/>
                      <a:pt x="7041660" y="4563571"/>
                      <a:pt x="6664710" y="4572000"/>
                    </a:cubicBezTo>
                    <a:cubicBezTo>
                      <a:pt x="6287760" y="4580429"/>
                      <a:pt x="6086248" y="4531617"/>
                      <a:pt x="5813896" y="4572000"/>
                    </a:cubicBezTo>
                    <a:cubicBezTo>
                      <a:pt x="5541544" y="4612383"/>
                      <a:pt x="5381681" y="4568963"/>
                      <a:pt x="5226429" y="4572000"/>
                    </a:cubicBezTo>
                    <a:cubicBezTo>
                      <a:pt x="5071177" y="4575037"/>
                      <a:pt x="4714311" y="4576362"/>
                      <a:pt x="4551180" y="4572000"/>
                    </a:cubicBezTo>
                    <a:cubicBezTo>
                      <a:pt x="4388049" y="4567638"/>
                      <a:pt x="4267414" y="4560716"/>
                      <a:pt x="4139278" y="4572000"/>
                    </a:cubicBezTo>
                    <a:cubicBezTo>
                      <a:pt x="4011142" y="4583284"/>
                      <a:pt x="3775391" y="4574838"/>
                      <a:pt x="3639593" y="4572000"/>
                    </a:cubicBezTo>
                    <a:cubicBezTo>
                      <a:pt x="3503796" y="4569162"/>
                      <a:pt x="3343542" y="4586881"/>
                      <a:pt x="3052127" y="4572000"/>
                    </a:cubicBezTo>
                    <a:cubicBezTo>
                      <a:pt x="2760712" y="4557119"/>
                      <a:pt x="2677690" y="4559553"/>
                      <a:pt x="2552442" y="4572000"/>
                    </a:cubicBezTo>
                    <a:cubicBezTo>
                      <a:pt x="2427194" y="4584447"/>
                      <a:pt x="2040949" y="4595062"/>
                      <a:pt x="1789410" y="4572000"/>
                    </a:cubicBezTo>
                    <a:cubicBezTo>
                      <a:pt x="1537871" y="4548938"/>
                      <a:pt x="1511563" y="4552262"/>
                      <a:pt x="1289726" y="4572000"/>
                    </a:cubicBezTo>
                    <a:cubicBezTo>
                      <a:pt x="1067889" y="4591738"/>
                      <a:pt x="844757" y="4590661"/>
                      <a:pt x="702259" y="4572000"/>
                    </a:cubicBezTo>
                    <a:cubicBezTo>
                      <a:pt x="559761" y="4553339"/>
                      <a:pt x="153792" y="4558511"/>
                      <a:pt x="0" y="4572000"/>
                    </a:cubicBezTo>
                    <a:cubicBezTo>
                      <a:pt x="-11122" y="4327362"/>
                      <a:pt x="7816" y="4105357"/>
                      <a:pt x="0" y="3827417"/>
                    </a:cubicBezTo>
                    <a:cubicBezTo>
                      <a:pt x="-7816" y="3549477"/>
                      <a:pt x="2824" y="3376562"/>
                      <a:pt x="0" y="3082834"/>
                    </a:cubicBezTo>
                    <a:cubicBezTo>
                      <a:pt x="-2824" y="2789106"/>
                      <a:pt x="19194" y="2674625"/>
                      <a:pt x="0" y="2521131"/>
                    </a:cubicBezTo>
                    <a:cubicBezTo>
                      <a:pt x="-19194" y="2367637"/>
                      <a:pt x="-13471" y="1993190"/>
                      <a:pt x="0" y="1776549"/>
                    </a:cubicBezTo>
                    <a:cubicBezTo>
                      <a:pt x="13471" y="1559908"/>
                      <a:pt x="14210" y="1352073"/>
                      <a:pt x="0" y="1031966"/>
                    </a:cubicBezTo>
                    <a:cubicBezTo>
                      <a:pt x="-14210" y="711859"/>
                      <a:pt x="-11558" y="442010"/>
                      <a:pt x="0" y="0"/>
                    </a:cubicBezTo>
                    <a:close/>
                  </a:path>
                  <a:path w="8778240" h="4572000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76993" y="286758"/>
                      <a:pt x="8801117" y="425178"/>
                      <a:pt x="8778240" y="607423"/>
                    </a:cubicBezTo>
                    <a:cubicBezTo>
                      <a:pt x="8755363" y="789668"/>
                      <a:pt x="8756702" y="1055504"/>
                      <a:pt x="8778240" y="1260566"/>
                    </a:cubicBezTo>
                    <a:cubicBezTo>
                      <a:pt x="8799778" y="1465628"/>
                      <a:pt x="8768272" y="1668671"/>
                      <a:pt x="8778240" y="1776549"/>
                    </a:cubicBezTo>
                    <a:cubicBezTo>
                      <a:pt x="8788208" y="1884427"/>
                      <a:pt x="8756298" y="2182745"/>
                      <a:pt x="8778240" y="2521131"/>
                    </a:cubicBezTo>
                    <a:cubicBezTo>
                      <a:pt x="8800182" y="2859517"/>
                      <a:pt x="8796741" y="3038031"/>
                      <a:pt x="8778240" y="3219994"/>
                    </a:cubicBezTo>
                    <a:cubicBezTo>
                      <a:pt x="8759739" y="3401957"/>
                      <a:pt x="8760153" y="3574983"/>
                      <a:pt x="8778240" y="3735977"/>
                    </a:cubicBezTo>
                    <a:cubicBezTo>
                      <a:pt x="8796327" y="3896971"/>
                      <a:pt x="8766948" y="4199909"/>
                      <a:pt x="8778240" y="4572000"/>
                    </a:cubicBezTo>
                    <a:cubicBezTo>
                      <a:pt x="8460359" y="4591961"/>
                      <a:pt x="8357360" y="4553883"/>
                      <a:pt x="8102991" y="4572000"/>
                    </a:cubicBezTo>
                    <a:cubicBezTo>
                      <a:pt x="7848622" y="4590117"/>
                      <a:pt x="7530650" y="4606850"/>
                      <a:pt x="7339959" y="4572000"/>
                    </a:cubicBezTo>
                    <a:cubicBezTo>
                      <a:pt x="7149268" y="4537150"/>
                      <a:pt x="7104442" y="4560949"/>
                      <a:pt x="6928057" y="4572000"/>
                    </a:cubicBezTo>
                    <a:cubicBezTo>
                      <a:pt x="6751672" y="4583051"/>
                      <a:pt x="6626271" y="4551863"/>
                      <a:pt x="6428373" y="4572000"/>
                    </a:cubicBezTo>
                    <a:cubicBezTo>
                      <a:pt x="6230475" y="4592137"/>
                      <a:pt x="5954931" y="4592553"/>
                      <a:pt x="5753123" y="4572000"/>
                    </a:cubicBezTo>
                    <a:cubicBezTo>
                      <a:pt x="5551315" y="4551448"/>
                      <a:pt x="5284865" y="4548686"/>
                      <a:pt x="5077874" y="4572000"/>
                    </a:cubicBezTo>
                    <a:cubicBezTo>
                      <a:pt x="4870883" y="4595314"/>
                      <a:pt x="4411879" y="4547063"/>
                      <a:pt x="4227060" y="4572000"/>
                    </a:cubicBezTo>
                    <a:cubicBezTo>
                      <a:pt x="4042241" y="4596937"/>
                      <a:pt x="3660318" y="4586560"/>
                      <a:pt x="3464029" y="4572000"/>
                    </a:cubicBezTo>
                    <a:cubicBezTo>
                      <a:pt x="3267740" y="4557440"/>
                      <a:pt x="2963149" y="4595771"/>
                      <a:pt x="2700997" y="4572000"/>
                    </a:cubicBezTo>
                    <a:cubicBezTo>
                      <a:pt x="2438845" y="4548229"/>
                      <a:pt x="2400092" y="4544826"/>
                      <a:pt x="2113530" y="4572000"/>
                    </a:cubicBezTo>
                    <a:cubicBezTo>
                      <a:pt x="1826968" y="4599174"/>
                      <a:pt x="1791984" y="4591473"/>
                      <a:pt x="1613846" y="4572000"/>
                    </a:cubicBezTo>
                    <a:cubicBezTo>
                      <a:pt x="1435708" y="4552527"/>
                      <a:pt x="1248221" y="4593111"/>
                      <a:pt x="938596" y="4572000"/>
                    </a:cubicBezTo>
                    <a:cubicBezTo>
                      <a:pt x="628971" y="4550890"/>
                      <a:pt x="344974" y="4568050"/>
                      <a:pt x="0" y="4572000"/>
                    </a:cubicBezTo>
                    <a:cubicBezTo>
                      <a:pt x="12928" y="4421210"/>
                      <a:pt x="6037" y="4024138"/>
                      <a:pt x="0" y="3873137"/>
                    </a:cubicBezTo>
                    <a:cubicBezTo>
                      <a:pt x="-6037" y="3722136"/>
                      <a:pt x="-8605" y="3326022"/>
                      <a:pt x="0" y="3128554"/>
                    </a:cubicBezTo>
                    <a:cubicBezTo>
                      <a:pt x="8605" y="2931086"/>
                      <a:pt x="22194" y="2738330"/>
                      <a:pt x="0" y="2383971"/>
                    </a:cubicBezTo>
                    <a:cubicBezTo>
                      <a:pt x="-22194" y="2029612"/>
                      <a:pt x="1491" y="1947295"/>
                      <a:pt x="0" y="1730829"/>
                    </a:cubicBezTo>
                    <a:cubicBezTo>
                      <a:pt x="-1491" y="1514363"/>
                      <a:pt x="-17379" y="1441633"/>
                      <a:pt x="0" y="1214846"/>
                    </a:cubicBezTo>
                    <a:cubicBezTo>
                      <a:pt x="17379" y="988059"/>
                      <a:pt x="-10922" y="24465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4658C55-2997-7213-365C-1423F28EFC5B}"/>
                </a:ext>
              </a:extLst>
            </p:cNvPr>
            <p:cNvGrpSpPr/>
            <p:nvPr/>
          </p:nvGrpSpPr>
          <p:grpSpPr>
            <a:xfrm>
              <a:off x="1943627" y="1356591"/>
              <a:ext cx="8304744" cy="4163958"/>
              <a:chOff x="1952082" y="1344359"/>
              <a:chExt cx="8304744" cy="4163958"/>
            </a:xfrm>
          </p:grpSpPr>
          <p:pic>
            <p:nvPicPr>
              <p:cNvPr id="16" name="그림 15" descr="텍스트, 스크린샷, 디스플레이, 소프트웨어이(가) 표시된 사진&#10;&#10;자동 생성된 설명">
                <a:extLst>
                  <a:ext uri="{FF2B5EF4-FFF2-40B4-BE49-F238E27FC236}">
                    <a16:creationId xmlns:a16="http://schemas.microsoft.com/office/drawing/2014/main" id="{D35CDA4B-F2E2-4FB3-408B-2FE91F60F3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75" t="1172" r="795" b="904"/>
              <a:stretch/>
            </p:blipFill>
            <p:spPr>
              <a:xfrm>
                <a:off x="1952082" y="1371600"/>
                <a:ext cx="4100580" cy="4134509"/>
              </a:xfrm>
              <a:prstGeom prst="rect">
                <a:avLst/>
              </a:prstGeom>
            </p:spPr>
          </p:pic>
          <p:pic>
            <p:nvPicPr>
              <p:cNvPr id="17" name="그림 16" descr="텍스트, 전자제품, 스크린샷, 디스플레이이(가) 표시된 사진&#10;&#10;자동 생성된 설명">
                <a:extLst>
                  <a:ext uri="{FF2B5EF4-FFF2-40B4-BE49-F238E27FC236}">
                    <a16:creationId xmlns:a16="http://schemas.microsoft.com/office/drawing/2014/main" id="{39F7561A-4C41-AA95-DF2D-0071822ACE0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61" r="683" b="1255"/>
              <a:stretch/>
            </p:blipFill>
            <p:spPr>
              <a:xfrm>
                <a:off x="6107492" y="1344359"/>
                <a:ext cx="4149334" cy="416395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8592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3C771AFC-C7A4-7FF2-174C-08A8FC10151E}"/>
              </a:ext>
            </a:extLst>
          </p:cNvPr>
          <p:cNvGrpSpPr/>
          <p:nvPr/>
        </p:nvGrpSpPr>
        <p:grpSpPr>
          <a:xfrm>
            <a:off x="1636294" y="1076853"/>
            <a:ext cx="8919411" cy="4704293"/>
            <a:chOff x="1636294" y="1086424"/>
            <a:chExt cx="8919411" cy="470429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961DD6B-5F42-EE1A-C857-CC471D64B593}"/>
                </a:ext>
              </a:extLst>
            </p:cNvPr>
            <p:cNvGrpSpPr/>
            <p:nvPr/>
          </p:nvGrpSpPr>
          <p:grpSpPr>
            <a:xfrm>
              <a:off x="1636294" y="1086424"/>
              <a:ext cx="8919411" cy="4704293"/>
              <a:chOff x="1636294" y="1086424"/>
              <a:chExt cx="8919411" cy="4704293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7BF06F3B-0FDB-5CCC-35D5-6C5B03261E94}"/>
                  </a:ext>
                </a:extLst>
              </p:cNvPr>
              <p:cNvSpPr/>
              <p:nvPr/>
            </p:nvSpPr>
            <p:spPr>
              <a:xfrm>
                <a:off x="1636294" y="1086424"/>
                <a:ext cx="8919411" cy="4704293"/>
              </a:xfrm>
              <a:custGeom>
                <a:avLst/>
                <a:gdLst>
                  <a:gd name="connsiteX0" fmla="*/ 0 w 8919411"/>
                  <a:gd name="connsiteY0" fmla="*/ 0 h 4704293"/>
                  <a:gd name="connsiteX1" fmla="*/ 507720 w 8919411"/>
                  <a:gd name="connsiteY1" fmla="*/ 0 h 4704293"/>
                  <a:gd name="connsiteX2" fmla="*/ 1372217 w 8919411"/>
                  <a:gd name="connsiteY2" fmla="*/ 0 h 4704293"/>
                  <a:gd name="connsiteX3" fmla="*/ 2236714 w 8919411"/>
                  <a:gd name="connsiteY3" fmla="*/ 0 h 4704293"/>
                  <a:gd name="connsiteX4" fmla="*/ 2922822 w 8919411"/>
                  <a:gd name="connsiteY4" fmla="*/ 0 h 4704293"/>
                  <a:gd name="connsiteX5" fmla="*/ 3787319 w 8919411"/>
                  <a:gd name="connsiteY5" fmla="*/ 0 h 4704293"/>
                  <a:gd name="connsiteX6" fmla="*/ 4295039 w 8919411"/>
                  <a:gd name="connsiteY6" fmla="*/ 0 h 4704293"/>
                  <a:gd name="connsiteX7" fmla="*/ 4981148 w 8919411"/>
                  <a:gd name="connsiteY7" fmla="*/ 0 h 4704293"/>
                  <a:gd name="connsiteX8" fmla="*/ 5488868 w 8919411"/>
                  <a:gd name="connsiteY8" fmla="*/ 0 h 4704293"/>
                  <a:gd name="connsiteX9" fmla="*/ 5996589 w 8919411"/>
                  <a:gd name="connsiteY9" fmla="*/ 0 h 4704293"/>
                  <a:gd name="connsiteX10" fmla="*/ 6861085 w 8919411"/>
                  <a:gd name="connsiteY10" fmla="*/ 0 h 4704293"/>
                  <a:gd name="connsiteX11" fmla="*/ 7547194 w 8919411"/>
                  <a:gd name="connsiteY11" fmla="*/ 0 h 4704293"/>
                  <a:gd name="connsiteX12" fmla="*/ 8144108 w 8919411"/>
                  <a:gd name="connsiteY12" fmla="*/ 0 h 4704293"/>
                  <a:gd name="connsiteX13" fmla="*/ 8919411 w 8919411"/>
                  <a:gd name="connsiteY13" fmla="*/ 0 h 4704293"/>
                  <a:gd name="connsiteX14" fmla="*/ 8919411 w 8919411"/>
                  <a:gd name="connsiteY14" fmla="*/ 672042 h 4704293"/>
                  <a:gd name="connsiteX15" fmla="*/ 8919411 w 8919411"/>
                  <a:gd name="connsiteY15" fmla="*/ 1344084 h 4704293"/>
                  <a:gd name="connsiteX16" fmla="*/ 8919411 w 8919411"/>
                  <a:gd name="connsiteY16" fmla="*/ 2016126 h 4704293"/>
                  <a:gd name="connsiteX17" fmla="*/ 8919411 w 8919411"/>
                  <a:gd name="connsiteY17" fmla="*/ 2547039 h 4704293"/>
                  <a:gd name="connsiteX18" fmla="*/ 8919411 w 8919411"/>
                  <a:gd name="connsiteY18" fmla="*/ 3172038 h 4704293"/>
                  <a:gd name="connsiteX19" fmla="*/ 8919411 w 8919411"/>
                  <a:gd name="connsiteY19" fmla="*/ 3702951 h 4704293"/>
                  <a:gd name="connsiteX20" fmla="*/ 8919411 w 8919411"/>
                  <a:gd name="connsiteY20" fmla="*/ 4704293 h 4704293"/>
                  <a:gd name="connsiteX21" fmla="*/ 8322497 w 8919411"/>
                  <a:gd name="connsiteY21" fmla="*/ 4704293 h 4704293"/>
                  <a:gd name="connsiteX22" fmla="*/ 7636388 w 8919411"/>
                  <a:gd name="connsiteY22" fmla="*/ 4704293 h 4704293"/>
                  <a:gd name="connsiteX23" fmla="*/ 6771891 w 8919411"/>
                  <a:gd name="connsiteY23" fmla="*/ 4704293 h 4704293"/>
                  <a:gd name="connsiteX24" fmla="*/ 5907395 w 8919411"/>
                  <a:gd name="connsiteY24" fmla="*/ 4704293 h 4704293"/>
                  <a:gd name="connsiteX25" fmla="*/ 5310480 w 8919411"/>
                  <a:gd name="connsiteY25" fmla="*/ 4704293 h 4704293"/>
                  <a:gd name="connsiteX26" fmla="*/ 4624372 w 8919411"/>
                  <a:gd name="connsiteY26" fmla="*/ 4704293 h 4704293"/>
                  <a:gd name="connsiteX27" fmla="*/ 4205845 w 8919411"/>
                  <a:gd name="connsiteY27" fmla="*/ 4704293 h 4704293"/>
                  <a:gd name="connsiteX28" fmla="*/ 3698125 w 8919411"/>
                  <a:gd name="connsiteY28" fmla="*/ 4704293 h 4704293"/>
                  <a:gd name="connsiteX29" fmla="*/ 3101211 w 8919411"/>
                  <a:gd name="connsiteY29" fmla="*/ 4704293 h 4704293"/>
                  <a:gd name="connsiteX30" fmla="*/ 2593490 w 8919411"/>
                  <a:gd name="connsiteY30" fmla="*/ 4704293 h 4704293"/>
                  <a:gd name="connsiteX31" fmla="*/ 1818188 w 8919411"/>
                  <a:gd name="connsiteY31" fmla="*/ 4704293 h 4704293"/>
                  <a:gd name="connsiteX32" fmla="*/ 1310467 w 8919411"/>
                  <a:gd name="connsiteY32" fmla="*/ 4704293 h 4704293"/>
                  <a:gd name="connsiteX33" fmla="*/ 713553 w 8919411"/>
                  <a:gd name="connsiteY33" fmla="*/ 4704293 h 4704293"/>
                  <a:gd name="connsiteX34" fmla="*/ 0 w 8919411"/>
                  <a:gd name="connsiteY34" fmla="*/ 4704293 h 4704293"/>
                  <a:gd name="connsiteX35" fmla="*/ 0 w 8919411"/>
                  <a:gd name="connsiteY35" fmla="*/ 3938165 h 4704293"/>
                  <a:gd name="connsiteX36" fmla="*/ 0 w 8919411"/>
                  <a:gd name="connsiteY36" fmla="*/ 3172038 h 4704293"/>
                  <a:gd name="connsiteX37" fmla="*/ 0 w 8919411"/>
                  <a:gd name="connsiteY37" fmla="*/ 2594082 h 4704293"/>
                  <a:gd name="connsiteX38" fmla="*/ 0 w 8919411"/>
                  <a:gd name="connsiteY38" fmla="*/ 1827954 h 4704293"/>
                  <a:gd name="connsiteX39" fmla="*/ 0 w 8919411"/>
                  <a:gd name="connsiteY39" fmla="*/ 1061826 h 4704293"/>
                  <a:gd name="connsiteX40" fmla="*/ 0 w 8919411"/>
                  <a:gd name="connsiteY40" fmla="*/ 0 h 4704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919411" h="4704293" fill="none" extrusionOk="0">
                    <a:moveTo>
                      <a:pt x="0" y="0"/>
                    </a:moveTo>
                    <a:cubicBezTo>
                      <a:pt x="155852" y="12910"/>
                      <a:pt x="353093" y="15622"/>
                      <a:pt x="507720" y="0"/>
                    </a:cubicBezTo>
                    <a:cubicBezTo>
                      <a:pt x="662347" y="-15622"/>
                      <a:pt x="1104388" y="-1090"/>
                      <a:pt x="1372217" y="0"/>
                    </a:cubicBezTo>
                    <a:cubicBezTo>
                      <a:pt x="1640046" y="1090"/>
                      <a:pt x="1836651" y="24641"/>
                      <a:pt x="2236714" y="0"/>
                    </a:cubicBezTo>
                    <a:cubicBezTo>
                      <a:pt x="2636777" y="-24641"/>
                      <a:pt x="2683889" y="-9815"/>
                      <a:pt x="2922822" y="0"/>
                    </a:cubicBezTo>
                    <a:cubicBezTo>
                      <a:pt x="3161755" y="9815"/>
                      <a:pt x="3478906" y="18756"/>
                      <a:pt x="3787319" y="0"/>
                    </a:cubicBezTo>
                    <a:cubicBezTo>
                      <a:pt x="4095732" y="-18756"/>
                      <a:pt x="4059573" y="-4477"/>
                      <a:pt x="4295039" y="0"/>
                    </a:cubicBezTo>
                    <a:cubicBezTo>
                      <a:pt x="4530505" y="4477"/>
                      <a:pt x="4817588" y="13218"/>
                      <a:pt x="4981148" y="0"/>
                    </a:cubicBezTo>
                    <a:cubicBezTo>
                      <a:pt x="5144708" y="-13218"/>
                      <a:pt x="5268258" y="-8868"/>
                      <a:pt x="5488868" y="0"/>
                    </a:cubicBezTo>
                    <a:cubicBezTo>
                      <a:pt x="5709478" y="8868"/>
                      <a:pt x="5871002" y="12309"/>
                      <a:pt x="5996589" y="0"/>
                    </a:cubicBezTo>
                    <a:cubicBezTo>
                      <a:pt x="6122176" y="-12309"/>
                      <a:pt x="6644343" y="-27135"/>
                      <a:pt x="6861085" y="0"/>
                    </a:cubicBezTo>
                    <a:cubicBezTo>
                      <a:pt x="7077827" y="27135"/>
                      <a:pt x="7284724" y="31368"/>
                      <a:pt x="7547194" y="0"/>
                    </a:cubicBezTo>
                    <a:cubicBezTo>
                      <a:pt x="7809664" y="-31368"/>
                      <a:pt x="7969953" y="6483"/>
                      <a:pt x="8144108" y="0"/>
                    </a:cubicBezTo>
                    <a:cubicBezTo>
                      <a:pt x="8318263" y="-6483"/>
                      <a:pt x="8597796" y="-3839"/>
                      <a:pt x="8919411" y="0"/>
                    </a:cubicBezTo>
                    <a:cubicBezTo>
                      <a:pt x="8947814" y="313012"/>
                      <a:pt x="8923797" y="417376"/>
                      <a:pt x="8919411" y="672042"/>
                    </a:cubicBezTo>
                    <a:cubicBezTo>
                      <a:pt x="8915025" y="926708"/>
                      <a:pt x="8941503" y="1200634"/>
                      <a:pt x="8919411" y="1344084"/>
                    </a:cubicBezTo>
                    <a:cubicBezTo>
                      <a:pt x="8897319" y="1487534"/>
                      <a:pt x="8896018" y="1707868"/>
                      <a:pt x="8919411" y="2016126"/>
                    </a:cubicBezTo>
                    <a:cubicBezTo>
                      <a:pt x="8942804" y="2324384"/>
                      <a:pt x="8907776" y="2324871"/>
                      <a:pt x="8919411" y="2547039"/>
                    </a:cubicBezTo>
                    <a:cubicBezTo>
                      <a:pt x="8931046" y="2769207"/>
                      <a:pt x="8929947" y="3024608"/>
                      <a:pt x="8919411" y="3172038"/>
                    </a:cubicBezTo>
                    <a:cubicBezTo>
                      <a:pt x="8908875" y="3319468"/>
                      <a:pt x="8943244" y="3452684"/>
                      <a:pt x="8919411" y="3702951"/>
                    </a:cubicBezTo>
                    <a:cubicBezTo>
                      <a:pt x="8895578" y="3953218"/>
                      <a:pt x="8921649" y="4442202"/>
                      <a:pt x="8919411" y="4704293"/>
                    </a:cubicBezTo>
                    <a:cubicBezTo>
                      <a:pt x="8763925" y="4723704"/>
                      <a:pt x="8483515" y="4694547"/>
                      <a:pt x="8322497" y="4704293"/>
                    </a:cubicBezTo>
                    <a:cubicBezTo>
                      <a:pt x="8161479" y="4714039"/>
                      <a:pt x="7780689" y="4679333"/>
                      <a:pt x="7636388" y="4704293"/>
                    </a:cubicBezTo>
                    <a:cubicBezTo>
                      <a:pt x="7492087" y="4729253"/>
                      <a:pt x="7201343" y="4718841"/>
                      <a:pt x="6771891" y="4704293"/>
                    </a:cubicBezTo>
                    <a:cubicBezTo>
                      <a:pt x="6342439" y="4689745"/>
                      <a:pt x="6142047" y="4664990"/>
                      <a:pt x="5907395" y="4704293"/>
                    </a:cubicBezTo>
                    <a:cubicBezTo>
                      <a:pt x="5672743" y="4743596"/>
                      <a:pt x="5459816" y="4707115"/>
                      <a:pt x="5310480" y="4704293"/>
                    </a:cubicBezTo>
                    <a:cubicBezTo>
                      <a:pt x="5161145" y="4701471"/>
                      <a:pt x="4939795" y="4692648"/>
                      <a:pt x="4624372" y="4704293"/>
                    </a:cubicBezTo>
                    <a:cubicBezTo>
                      <a:pt x="4308949" y="4715938"/>
                      <a:pt x="4410116" y="4699146"/>
                      <a:pt x="4205845" y="4704293"/>
                    </a:cubicBezTo>
                    <a:cubicBezTo>
                      <a:pt x="4001574" y="4709440"/>
                      <a:pt x="3876302" y="4687478"/>
                      <a:pt x="3698125" y="4704293"/>
                    </a:cubicBezTo>
                    <a:cubicBezTo>
                      <a:pt x="3519948" y="4721108"/>
                      <a:pt x="3233266" y="4720005"/>
                      <a:pt x="3101211" y="4704293"/>
                    </a:cubicBezTo>
                    <a:cubicBezTo>
                      <a:pt x="2969156" y="4688581"/>
                      <a:pt x="2820524" y="4685715"/>
                      <a:pt x="2593490" y="4704293"/>
                    </a:cubicBezTo>
                    <a:cubicBezTo>
                      <a:pt x="2366456" y="4722871"/>
                      <a:pt x="2205427" y="4690247"/>
                      <a:pt x="1818188" y="4704293"/>
                    </a:cubicBezTo>
                    <a:cubicBezTo>
                      <a:pt x="1430949" y="4718339"/>
                      <a:pt x="1494027" y="4713075"/>
                      <a:pt x="1310467" y="4704293"/>
                    </a:cubicBezTo>
                    <a:cubicBezTo>
                      <a:pt x="1126907" y="4695511"/>
                      <a:pt x="938701" y="4678483"/>
                      <a:pt x="713553" y="4704293"/>
                    </a:cubicBezTo>
                    <a:cubicBezTo>
                      <a:pt x="488405" y="4730103"/>
                      <a:pt x="289117" y="4732539"/>
                      <a:pt x="0" y="4704293"/>
                    </a:cubicBezTo>
                    <a:cubicBezTo>
                      <a:pt x="-26116" y="4359461"/>
                      <a:pt x="-19719" y="4193012"/>
                      <a:pt x="0" y="3938165"/>
                    </a:cubicBezTo>
                    <a:cubicBezTo>
                      <a:pt x="19719" y="3683318"/>
                      <a:pt x="-6622" y="3465295"/>
                      <a:pt x="0" y="3172038"/>
                    </a:cubicBezTo>
                    <a:cubicBezTo>
                      <a:pt x="6622" y="2878781"/>
                      <a:pt x="7416" y="2720401"/>
                      <a:pt x="0" y="2594082"/>
                    </a:cubicBezTo>
                    <a:cubicBezTo>
                      <a:pt x="-7416" y="2467763"/>
                      <a:pt x="-27569" y="2097341"/>
                      <a:pt x="0" y="1827954"/>
                    </a:cubicBezTo>
                    <a:cubicBezTo>
                      <a:pt x="27569" y="1558567"/>
                      <a:pt x="23722" y="1402043"/>
                      <a:pt x="0" y="1061826"/>
                    </a:cubicBezTo>
                    <a:cubicBezTo>
                      <a:pt x="-23722" y="721609"/>
                      <a:pt x="3106" y="337193"/>
                      <a:pt x="0" y="0"/>
                    </a:cubicBezTo>
                    <a:close/>
                  </a:path>
                  <a:path w="8919411" h="4704293" stroke="0" extrusionOk="0">
                    <a:moveTo>
                      <a:pt x="0" y="0"/>
                    </a:moveTo>
                    <a:cubicBezTo>
                      <a:pt x="212365" y="-5153"/>
                      <a:pt x="382387" y="-2443"/>
                      <a:pt x="596914" y="0"/>
                    </a:cubicBezTo>
                    <a:cubicBezTo>
                      <a:pt x="811441" y="2443"/>
                      <a:pt x="997373" y="9618"/>
                      <a:pt x="1283023" y="0"/>
                    </a:cubicBezTo>
                    <a:cubicBezTo>
                      <a:pt x="1568673" y="-9618"/>
                      <a:pt x="1692618" y="5819"/>
                      <a:pt x="1879937" y="0"/>
                    </a:cubicBezTo>
                    <a:cubicBezTo>
                      <a:pt x="2067256" y="-5819"/>
                      <a:pt x="2473833" y="26113"/>
                      <a:pt x="2655240" y="0"/>
                    </a:cubicBezTo>
                    <a:cubicBezTo>
                      <a:pt x="2836647" y="-26113"/>
                      <a:pt x="3189547" y="-18111"/>
                      <a:pt x="3430543" y="0"/>
                    </a:cubicBezTo>
                    <a:cubicBezTo>
                      <a:pt x="3671539" y="18111"/>
                      <a:pt x="3705908" y="3984"/>
                      <a:pt x="3849069" y="0"/>
                    </a:cubicBezTo>
                    <a:cubicBezTo>
                      <a:pt x="3992230" y="-3984"/>
                      <a:pt x="4236175" y="-11617"/>
                      <a:pt x="4356789" y="0"/>
                    </a:cubicBezTo>
                    <a:cubicBezTo>
                      <a:pt x="4477403" y="11617"/>
                      <a:pt x="4576061" y="-279"/>
                      <a:pt x="4775315" y="0"/>
                    </a:cubicBezTo>
                    <a:cubicBezTo>
                      <a:pt x="4974569" y="279"/>
                      <a:pt x="5277973" y="-39466"/>
                      <a:pt x="5639812" y="0"/>
                    </a:cubicBezTo>
                    <a:cubicBezTo>
                      <a:pt x="6001651" y="39466"/>
                      <a:pt x="5908454" y="-15848"/>
                      <a:pt x="6058338" y="0"/>
                    </a:cubicBezTo>
                    <a:cubicBezTo>
                      <a:pt x="6208222" y="15848"/>
                      <a:pt x="6383469" y="6005"/>
                      <a:pt x="6566059" y="0"/>
                    </a:cubicBezTo>
                    <a:cubicBezTo>
                      <a:pt x="6748649" y="-6005"/>
                      <a:pt x="7104063" y="7671"/>
                      <a:pt x="7430555" y="0"/>
                    </a:cubicBezTo>
                    <a:cubicBezTo>
                      <a:pt x="7757047" y="-7671"/>
                      <a:pt x="7905262" y="32632"/>
                      <a:pt x="8116664" y="0"/>
                    </a:cubicBezTo>
                    <a:cubicBezTo>
                      <a:pt x="8328066" y="-32632"/>
                      <a:pt x="8597494" y="-20521"/>
                      <a:pt x="8919411" y="0"/>
                    </a:cubicBezTo>
                    <a:cubicBezTo>
                      <a:pt x="8934427" y="223380"/>
                      <a:pt x="8918638" y="481377"/>
                      <a:pt x="8919411" y="624999"/>
                    </a:cubicBezTo>
                    <a:cubicBezTo>
                      <a:pt x="8920184" y="768621"/>
                      <a:pt x="8894979" y="1039513"/>
                      <a:pt x="8919411" y="1297041"/>
                    </a:cubicBezTo>
                    <a:cubicBezTo>
                      <a:pt x="8943843" y="1554569"/>
                      <a:pt x="8896756" y="1576214"/>
                      <a:pt x="8919411" y="1827954"/>
                    </a:cubicBezTo>
                    <a:cubicBezTo>
                      <a:pt x="8942066" y="2079694"/>
                      <a:pt x="8952302" y="2396914"/>
                      <a:pt x="8919411" y="2594082"/>
                    </a:cubicBezTo>
                    <a:cubicBezTo>
                      <a:pt x="8886520" y="2791250"/>
                      <a:pt x="8887774" y="3128122"/>
                      <a:pt x="8919411" y="3313166"/>
                    </a:cubicBezTo>
                    <a:cubicBezTo>
                      <a:pt x="8951048" y="3498210"/>
                      <a:pt x="8905040" y="3583846"/>
                      <a:pt x="8919411" y="3844079"/>
                    </a:cubicBezTo>
                    <a:cubicBezTo>
                      <a:pt x="8933782" y="4104312"/>
                      <a:pt x="8883679" y="4478215"/>
                      <a:pt x="8919411" y="4704293"/>
                    </a:cubicBezTo>
                    <a:cubicBezTo>
                      <a:pt x="8656847" y="4691389"/>
                      <a:pt x="8531379" y="4719935"/>
                      <a:pt x="8233302" y="4704293"/>
                    </a:cubicBezTo>
                    <a:cubicBezTo>
                      <a:pt x="7935225" y="4688651"/>
                      <a:pt x="7836750" y="4720962"/>
                      <a:pt x="7458000" y="4704293"/>
                    </a:cubicBezTo>
                    <a:cubicBezTo>
                      <a:pt x="7079250" y="4687624"/>
                      <a:pt x="7244125" y="4706187"/>
                      <a:pt x="7039474" y="4704293"/>
                    </a:cubicBezTo>
                    <a:cubicBezTo>
                      <a:pt x="6834823" y="4702399"/>
                      <a:pt x="6733132" y="4710085"/>
                      <a:pt x="6531753" y="4704293"/>
                    </a:cubicBezTo>
                    <a:cubicBezTo>
                      <a:pt x="6330374" y="4698501"/>
                      <a:pt x="6163769" y="4701840"/>
                      <a:pt x="5845645" y="4704293"/>
                    </a:cubicBezTo>
                    <a:cubicBezTo>
                      <a:pt x="5527521" y="4706746"/>
                      <a:pt x="5354543" y="4731204"/>
                      <a:pt x="5159536" y="4704293"/>
                    </a:cubicBezTo>
                    <a:cubicBezTo>
                      <a:pt x="4964529" y="4677382"/>
                      <a:pt x="4626303" y="4689499"/>
                      <a:pt x="4295039" y="4704293"/>
                    </a:cubicBezTo>
                    <a:cubicBezTo>
                      <a:pt x="3963775" y="4719087"/>
                      <a:pt x="3858965" y="4738447"/>
                      <a:pt x="3519737" y="4704293"/>
                    </a:cubicBezTo>
                    <a:cubicBezTo>
                      <a:pt x="3180509" y="4670139"/>
                      <a:pt x="3110658" y="4679344"/>
                      <a:pt x="2744434" y="4704293"/>
                    </a:cubicBezTo>
                    <a:cubicBezTo>
                      <a:pt x="2378210" y="4729242"/>
                      <a:pt x="2404749" y="4682259"/>
                      <a:pt x="2147520" y="4704293"/>
                    </a:cubicBezTo>
                    <a:cubicBezTo>
                      <a:pt x="1890291" y="4726327"/>
                      <a:pt x="1827676" y="4694168"/>
                      <a:pt x="1639799" y="4704293"/>
                    </a:cubicBezTo>
                    <a:cubicBezTo>
                      <a:pt x="1451922" y="4714418"/>
                      <a:pt x="1282562" y="4712376"/>
                      <a:pt x="953691" y="4704293"/>
                    </a:cubicBezTo>
                    <a:cubicBezTo>
                      <a:pt x="624820" y="4696210"/>
                      <a:pt x="413831" y="4664926"/>
                      <a:pt x="0" y="4704293"/>
                    </a:cubicBezTo>
                    <a:cubicBezTo>
                      <a:pt x="28538" y="4392175"/>
                      <a:pt x="20106" y="4230980"/>
                      <a:pt x="0" y="3985208"/>
                    </a:cubicBezTo>
                    <a:cubicBezTo>
                      <a:pt x="-20106" y="3739437"/>
                      <a:pt x="-4534" y="3590038"/>
                      <a:pt x="0" y="3219080"/>
                    </a:cubicBezTo>
                    <a:cubicBezTo>
                      <a:pt x="4534" y="2848122"/>
                      <a:pt x="-6675" y="2639298"/>
                      <a:pt x="0" y="2452953"/>
                    </a:cubicBezTo>
                    <a:cubicBezTo>
                      <a:pt x="6675" y="2266608"/>
                      <a:pt x="31004" y="2108772"/>
                      <a:pt x="0" y="1780911"/>
                    </a:cubicBezTo>
                    <a:cubicBezTo>
                      <a:pt x="-31004" y="1453050"/>
                      <a:pt x="12119" y="1473837"/>
                      <a:pt x="0" y="1249998"/>
                    </a:cubicBezTo>
                    <a:cubicBezTo>
                      <a:pt x="-12119" y="1026159"/>
                      <a:pt x="39685" y="34849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0EECE81-1AB5-E1FF-0AD2-2AC9B65FEA77}"/>
                  </a:ext>
                </a:extLst>
              </p:cNvPr>
              <p:cNvSpPr/>
              <p:nvPr/>
            </p:nvSpPr>
            <p:spPr>
              <a:xfrm>
                <a:off x="1706880" y="1143000"/>
                <a:ext cx="8778240" cy="4572000"/>
              </a:xfrm>
              <a:custGeom>
                <a:avLst/>
                <a:gdLst>
                  <a:gd name="connsiteX0" fmla="*/ 0 w 8778240"/>
                  <a:gd name="connsiteY0" fmla="*/ 0 h 4572000"/>
                  <a:gd name="connsiteX1" fmla="*/ 499684 w 8778240"/>
                  <a:gd name="connsiteY1" fmla="*/ 0 h 4572000"/>
                  <a:gd name="connsiteX2" fmla="*/ 1350498 w 8778240"/>
                  <a:gd name="connsiteY2" fmla="*/ 0 h 4572000"/>
                  <a:gd name="connsiteX3" fmla="*/ 2201312 w 8778240"/>
                  <a:gd name="connsiteY3" fmla="*/ 0 h 4572000"/>
                  <a:gd name="connsiteX4" fmla="*/ 2876562 w 8778240"/>
                  <a:gd name="connsiteY4" fmla="*/ 0 h 4572000"/>
                  <a:gd name="connsiteX5" fmla="*/ 3727376 w 8778240"/>
                  <a:gd name="connsiteY5" fmla="*/ 0 h 4572000"/>
                  <a:gd name="connsiteX6" fmla="*/ 4227060 w 8778240"/>
                  <a:gd name="connsiteY6" fmla="*/ 0 h 4572000"/>
                  <a:gd name="connsiteX7" fmla="*/ 4902309 w 8778240"/>
                  <a:gd name="connsiteY7" fmla="*/ 0 h 4572000"/>
                  <a:gd name="connsiteX8" fmla="*/ 5401994 w 8778240"/>
                  <a:gd name="connsiteY8" fmla="*/ 0 h 4572000"/>
                  <a:gd name="connsiteX9" fmla="*/ 5901678 w 8778240"/>
                  <a:gd name="connsiteY9" fmla="*/ 0 h 4572000"/>
                  <a:gd name="connsiteX10" fmla="*/ 6752492 w 8778240"/>
                  <a:gd name="connsiteY10" fmla="*/ 0 h 4572000"/>
                  <a:gd name="connsiteX11" fmla="*/ 7427742 w 8778240"/>
                  <a:gd name="connsiteY11" fmla="*/ 0 h 4572000"/>
                  <a:gd name="connsiteX12" fmla="*/ 8015208 w 8778240"/>
                  <a:gd name="connsiteY12" fmla="*/ 0 h 4572000"/>
                  <a:gd name="connsiteX13" fmla="*/ 8778240 w 8778240"/>
                  <a:gd name="connsiteY13" fmla="*/ 0 h 4572000"/>
                  <a:gd name="connsiteX14" fmla="*/ 8778240 w 8778240"/>
                  <a:gd name="connsiteY14" fmla="*/ 653143 h 4572000"/>
                  <a:gd name="connsiteX15" fmla="*/ 8778240 w 8778240"/>
                  <a:gd name="connsiteY15" fmla="*/ 1306286 h 4572000"/>
                  <a:gd name="connsiteX16" fmla="*/ 8778240 w 8778240"/>
                  <a:gd name="connsiteY16" fmla="*/ 1959429 h 4572000"/>
                  <a:gd name="connsiteX17" fmla="*/ 8778240 w 8778240"/>
                  <a:gd name="connsiteY17" fmla="*/ 2475411 h 4572000"/>
                  <a:gd name="connsiteX18" fmla="*/ 8778240 w 8778240"/>
                  <a:gd name="connsiteY18" fmla="*/ 3082834 h 4572000"/>
                  <a:gd name="connsiteX19" fmla="*/ 8778240 w 8778240"/>
                  <a:gd name="connsiteY19" fmla="*/ 3598817 h 4572000"/>
                  <a:gd name="connsiteX20" fmla="*/ 8778240 w 8778240"/>
                  <a:gd name="connsiteY20" fmla="*/ 4572000 h 4572000"/>
                  <a:gd name="connsiteX21" fmla="*/ 8190773 w 8778240"/>
                  <a:gd name="connsiteY21" fmla="*/ 4572000 h 4572000"/>
                  <a:gd name="connsiteX22" fmla="*/ 7515524 w 8778240"/>
                  <a:gd name="connsiteY22" fmla="*/ 4572000 h 4572000"/>
                  <a:gd name="connsiteX23" fmla="*/ 6664710 w 8778240"/>
                  <a:gd name="connsiteY23" fmla="*/ 4572000 h 4572000"/>
                  <a:gd name="connsiteX24" fmla="*/ 5813896 w 8778240"/>
                  <a:gd name="connsiteY24" fmla="*/ 4572000 h 4572000"/>
                  <a:gd name="connsiteX25" fmla="*/ 5226429 w 8778240"/>
                  <a:gd name="connsiteY25" fmla="*/ 4572000 h 4572000"/>
                  <a:gd name="connsiteX26" fmla="*/ 4551180 w 8778240"/>
                  <a:gd name="connsiteY26" fmla="*/ 4572000 h 4572000"/>
                  <a:gd name="connsiteX27" fmla="*/ 4139278 w 8778240"/>
                  <a:gd name="connsiteY27" fmla="*/ 4572000 h 4572000"/>
                  <a:gd name="connsiteX28" fmla="*/ 3639593 w 8778240"/>
                  <a:gd name="connsiteY28" fmla="*/ 4572000 h 4572000"/>
                  <a:gd name="connsiteX29" fmla="*/ 3052127 w 8778240"/>
                  <a:gd name="connsiteY29" fmla="*/ 4572000 h 4572000"/>
                  <a:gd name="connsiteX30" fmla="*/ 2552442 w 8778240"/>
                  <a:gd name="connsiteY30" fmla="*/ 4572000 h 4572000"/>
                  <a:gd name="connsiteX31" fmla="*/ 1789410 w 8778240"/>
                  <a:gd name="connsiteY31" fmla="*/ 4572000 h 4572000"/>
                  <a:gd name="connsiteX32" fmla="*/ 1289726 w 8778240"/>
                  <a:gd name="connsiteY32" fmla="*/ 4572000 h 4572000"/>
                  <a:gd name="connsiteX33" fmla="*/ 702259 w 8778240"/>
                  <a:gd name="connsiteY33" fmla="*/ 4572000 h 4572000"/>
                  <a:gd name="connsiteX34" fmla="*/ 0 w 8778240"/>
                  <a:gd name="connsiteY34" fmla="*/ 4572000 h 4572000"/>
                  <a:gd name="connsiteX35" fmla="*/ 0 w 8778240"/>
                  <a:gd name="connsiteY35" fmla="*/ 3827417 h 4572000"/>
                  <a:gd name="connsiteX36" fmla="*/ 0 w 8778240"/>
                  <a:gd name="connsiteY36" fmla="*/ 3082834 h 4572000"/>
                  <a:gd name="connsiteX37" fmla="*/ 0 w 8778240"/>
                  <a:gd name="connsiteY37" fmla="*/ 2521131 h 4572000"/>
                  <a:gd name="connsiteX38" fmla="*/ 0 w 8778240"/>
                  <a:gd name="connsiteY38" fmla="*/ 1776549 h 4572000"/>
                  <a:gd name="connsiteX39" fmla="*/ 0 w 8778240"/>
                  <a:gd name="connsiteY39" fmla="*/ 1031966 h 4572000"/>
                  <a:gd name="connsiteX40" fmla="*/ 0 w 8778240"/>
                  <a:gd name="connsiteY40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778240" h="4572000" fill="none" extrusionOk="0">
                    <a:moveTo>
                      <a:pt x="0" y="0"/>
                    </a:moveTo>
                    <a:cubicBezTo>
                      <a:pt x="178714" y="23096"/>
                      <a:pt x="398677" y="12179"/>
                      <a:pt x="499684" y="0"/>
                    </a:cubicBezTo>
                    <a:cubicBezTo>
                      <a:pt x="600691" y="-12179"/>
                      <a:pt x="1062296" y="-23924"/>
                      <a:pt x="1350498" y="0"/>
                    </a:cubicBezTo>
                    <a:cubicBezTo>
                      <a:pt x="1638700" y="23924"/>
                      <a:pt x="1973827" y="-27388"/>
                      <a:pt x="2201312" y="0"/>
                    </a:cubicBezTo>
                    <a:cubicBezTo>
                      <a:pt x="2428797" y="27388"/>
                      <a:pt x="2684237" y="-6438"/>
                      <a:pt x="2876562" y="0"/>
                    </a:cubicBezTo>
                    <a:cubicBezTo>
                      <a:pt x="3068887" y="6438"/>
                      <a:pt x="3490218" y="25425"/>
                      <a:pt x="3727376" y="0"/>
                    </a:cubicBezTo>
                    <a:cubicBezTo>
                      <a:pt x="3964534" y="-25425"/>
                      <a:pt x="4022017" y="-11862"/>
                      <a:pt x="4227060" y="0"/>
                    </a:cubicBezTo>
                    <a:cubicBezTo>
                      <a:pt x="4432103" y="11862"/>
                      <a:pt x="4652438" y="3486"/>
                      <a:pt x="4902309" y="0"/>
                    </a:cubicBezTo>
                    <a:cubicBezTo>
                      <a:pt x="5152180" y="-3486"/>
                      <a:pt x="5287654" y="8398"/>
                      <a:pt x="5401994" y="0"/>
                    </a:cubicBezTo>
                    <a:cubicBezTo>
                      <a:pt x="5516335" y="-8398"/>
                      <a:pt x="5694037" y="22837"/>
                      <a:pt x="5901678" y="0"/>
                    </a:cubicBezTo>
                    <a:cubicBezTo>
                      <a:pt x="6109319" y="-22837"/>
                      <a:pt x="6496252" y="-4476"/>
                      <a:pt x="6752492" y="0"/>
                    </a:cubicBezTo>
                    <a:cubicBezTo>
                      <a:pt x="7008732" y="4476"/>
                      <a:pt x="7255826" y="-3565"/>
                      <a:pt x="7427742" y="0"/>
                    </a:cubicBezTo>
                    <a:cubicBezTo>
                      <a:pt x="7599658" y="3565"/>
                      <a:pt x="7734184" y="-5205"/>
                      <a:pt x="8015208" y="0"/>
                    </a:cubicBezTo>
                    <a:cubicBezTo>
                      <a:pt x="8296232" y="5205"/>
                      <a:pt x="8561787" y="8838"/>
                      <a:pt x="8778240" y="0"/>
                    </a:cubicBezTo>
                    <a:cubicBezTo>
                      <a:pt x="8792953" y="240518"/>
                      <a:pt x="8776640" y="386628"/>
                      <a:pt x="8778240" y="653143"/>
                    </a:cubicBezTo>
                    <a:cubicBezTo>
                      <a:pt x="8779840" y="919658"/>
                      <a:pt x="8761381" y="1077654"/>
                      <a:pt x="8778240" y="1306286"/>
                    </a:cubicBezTo>
                    <a:cubicBezTo>
                      <a:pt x="8795099" y="1534918"/>
                      <a:pt x="8754955" y="1808015"/>
                      <a:pt x="8778240" y="1959429"/>
                    </a:cubicBezTo>
                    <a:cubicBezTo>
                      <a:pt x="8801525" y="2110843"/>
                      <a:pt x="8791186" y="2328962"/>
                      <a:pt x="8778240" y="2475411"/>
                    </a:cubicBezTo>
                    <a:cubicBezTo>
                      <a:pt x="8765294" y="2621860"/>
                      <a:pt x="8786724" y="2944865"/>
                      <a:pt x="8778240" y="3082834"/>
                    </a:cubicBezTo>
                    <a:cubicBezTo>
                      <a:pt x="8769756" y="3220803"/>
                      <a:pt x="8765318" y="3374710"/>
                      <a:pt x="8778240" y="3598817"/>
                    </a:cubicBezTo>
                    <a:cubicBezTo>
                      <a:pt x="8791162" y="3822924"/>
                      <a:pt x="8757818" y="4135222"/>
                      <a:pt x="8778240" y="4572000"/>
                    </a:cubicBezTo>
                    <a:cubicBezTo>
                      <a:pt x="8507520" y="4590363"/>
                      <a:pt x="8360798" y="4555059"/>
                      <a:pt x="8190773" y="4572000"/>
                    </a:cubicBezTo>
                    <a:cubicBezTo>
                      <a:pt x="8020748" y="4588941"/>
                      <a:pt x="7739346" y="4551070"/>
                      <a:pt x="7515524" y="4572000"/>
                    </a:cubicBezTo>
                    <a:cubicBezTo>
                      <a:pt x="7291702" y="4592930"/>
                      <a:pt x="7041660" y="4563571"/>
                      <a:pt x="6664710" y="4572000"/>
                    </a:cubicBezTo>
                    <a:cubicBezTo>
                      <a:pt x="6287760" y="4580429"/>
                      <a:pt x="6086248" y="4531617"/>
                      <a:pt x="5813896" y="4572000"/>
                    </a:cubicBezTo>
                    <a:cubicBezTo>
                      <a:pt x="5541544" y="4612383"/>
                      <a:pt x="5381681" y="4568963"/>
                      <a:pt x="5226429" y="4572000"/>
                    </a:cubicBezTo>
                    <a:cubicBezTo>
                      <a:pt x="5071177" y="4575037"/>
                      <a:pt x="4714311" y="4576362"/>
                      <a:pt x="4551180" y="4572000"/>
                    </a:cubicBezTo>
                    <a:cubicBezTo>
                      <a:pt x="4388049" y="4567638"/>
                      <a:pt x="4267414" y="4560716"/>
                      <a:pt x="4139278" y="4572000"/>
                    </a:cubicBezTo>
                    <a:cubicBezTo>
                      <a:pt x="4011142" y="4583284"/>
                      <a:pt x="3775391" y="4574838"/>
                      <a:pt x="3639593" y="4572000"/>
                    </a:cubicBezTo>
                    <a:cubicBezTo>
                      <a:pt x="3503796" y="4569162"/>
                      <a:pt x="3343542" y="4586881"/>
                      <a:pt x="3052127" y="4572000"/>
                    </a:cubicBezTo>
                    <a:cubicBezTo>
                      <a:pt x="2760712" y="4557119"/>
                      <a:pt x="2677690" y="4559553"/>
                      <a:pt x="2552442" y="4572000"/>
                    </a:cubicBezTo>
                    <a:cubicBezTo>
                      <a:pt x="2427194" y="4584447"/>
                      <a:pt x="2040949" y="4595062"/>
                      <a:pt x="1789410" y="4572000"/>
                    </a:cubicBezTo>
                    <a:cubicBezTo>
                      <a:pt x="1537871" y="4548938"/>
                      <a:pt x="1511563" y="4552262"/>
                      <a:pt x="1289726" y="4572000"/>
                    </a:cubicBezTo>
                    <a:cubicBezTo>
                      <a:pt x="1067889" y="4591738"/>
                      <a:pt x="844757" y="4590661"/>
                      <a:pt x="702259" y="4572000"/>
                    </a:cubicBezTo>
                    <a:cubicBezTo>
                      <a:pt x="559761" y="4553339"/>
                      <a:pt x="153792" y="4558511"/>
                      <a:pt x="0" y="4572000"/>
                    </a:cubicBezTo>
                    <a:cubicBezTo>
                      <a:pt x="-11122" y="4327362"/>
                      <a:pt x="7816" y="4105357"/>
                      <a:pt x="0" y="3827417"/>
                    </a:cubicBezTo>
                    <a:cubicBezTo>
                      <a:pt x="-7816" y="3549477"/>
                      <a:pt x="2824" y="3376562"/>
                      <a:pt x="0" y="3082834"/>
                    </a:cubicBezTo>
                    <a:cubicBezTo>
                      <a:pt x="-2824" y="2789106"/>
                      <a:pt x="19194" y="2674625"/>
                      <a:pt x="0" y="2521131"/>
                    </a:cubicBezTo>
                    <a:cubicBezTo>
                      <a:pt x="-19194" y="2367637"/>
                      <a:pt x="-13471" y="1993190"/>
                      <a:pt x="0" y="1776549"/>
                    </a:cubicBezTo>
                    <a:cubicBezTo>
                      <a:pt x="13471" y="1559908"/>
                      <a:pt x="14210" y="1352073"/>
                      <a:pt x="0" y="1031966"/>
                    </a:cubicBezTo>
                    <a:cubicBezTo>
                      <a:pt x="-14210" y="711859"/>
                      <a:pt x="-11558" y="442010"/>
                      <a:pt x="0" y="0"/>
                    </a:cubicBezTo>
                    <a:close/>
                  </a:path>
                  <a:path w="8778240" h="4572000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76993" y="286758"/>
                      <a:pt x="8801117" y="425178"/>
                      <a:pt x="8778240" y="607423"/>
                    </a:cubicBezTo>
                    <a:cubicBezTo>
                      <a:pt x="8755363" y="789668"/>
                      <a:pt x="8756702" y="1055504"/>
                      <a:pt x="8778240" y="1260566"/>
                    </a:cubicBezTo>
                    <a:cubicBezTo>
                      <a:pt x="8799778" y="1465628"/>
                      <a:pt x="8768272" y="1668671"/>
                      <a:pt x="8778240" y="1776549"/>
                    </a:cubicBezTo>
                    <a:cubicBezTo>
                      <a:pt x="8788208" y="1884427"/>
                      <a:pt x="8756298" y="2182745"/>
                      <a:pt x="8778240" y="2521131"/>
                    </a:cubicBezTo>
                    <a:cubicBezTo>
                      <a:pt x="8800182" y="2859517"/>
                      <a:pt x="8796741" y="3038031"/>
                      <a:pt x="8778240" y="3219994"/>
                    </a:cubicBezTo>
                    <a:cubicBezTo>
                      <a:pt x="8759739" y="3401957"/>
                      <a:pt x="8760153" y="3574983"/>
                      <a:pt x="8778240" y="3735977"/>
                    </a:cubicBezTo>
                    <a:cubicBezTo>
                      <a:pt x="8796327" y="3896971"/>
                      <a:pt x="8766948" y="4199909"/>
                      <a:pt x="8778240" y="4572000"/>
                    </a:cubicBezTo>
                    <a:cubicBezTo>
                      <a:pt x="8460359" y="4591961"/>
                      <a:pt x="8357360" y="4553883"/>
                      <a:pt x="8102991" y="4572000"/>
                    </a:cubicBezTo>
                    <a:cubicBezTo>
                      <a:pt x="7848622" y="4590117"/>
                      <a:pt x="7530650" y="4606850"/>
                      <a:pt x="7339959" y="4572000"/>
                    </a:cubicBezTo>
                    <a:cubicBezTo>
                      <a:pt x="7149268" y="4537150"/>
                      <a:pt x="7104442" y="4560949"/>
                      <a:pt x="6928057" y="4572000"/>
                    </a:cubicBezTo>
                    <a:cubicBezTo>
                      <a:pt x="6751672" y="4583051"/>
                      <a:pt x="6626271" y="4551863"/>
                      <a:pt x="6428373" y="4572000"/>
                    </a:cubicBezTo>
                    <a:cubicBezTo>
                      <a:pt x="6230475" y="4592137"/>
                      <a:pt x="5954931" y="4592553"/>
                      <a:pt x="5753123" y="4572000"/>
                    </a:cubicBezTo>
                    <a:cubicBezTo>
                      <a:pt x="5551315" y="4551448"/>
                      <a:pt x="5284865" y="4548686"/>
                      <a:pt x="5077874" y="4572000"/>
                    </a:cubicBezTo>
                    <a:cubicBezTo>
                      <a:pt x="4870883" y="4595314"/>
                      <a:pt x="4411879" y="4547063"/>
                      <a:pt x="4227060" y="4572000"/>
                    </a:cubicBezTo>
                    <a:cubicBezTo>
                      <a:pt x="4042241" y="4596937"/>
                      <a:pt x="3660318" y="4586560"/>
                      <a:pt x="3464029" y="4572000"/>
                    </a:cubicBezTo>
                    <a:cubicBezTo>
                      <a:pt x="3267740" y="4557440"/>
                      <a:pt x="2963149" y="4595771"/>
                      <a:pt x="2700997" y="4572000"/>
                    </a:cubicBezTo>
                    <a:cubicBezTo>
                      <a:pt x="2438845" y="4548229"/>
                      <a:pt x="2400092" y="4544826"/>
                      <a:pt x="2113530" y="4572000"/>
                    </a:cubicBezTo>
                    <a:cubicBezTo>
                      <a:pt x="1826968" y="4599174"/>
                      <a:pt x="1791984" y="4591473"/>
                      <a:pt x="1613846" y="4572000"/>
                    </a:cubicBezTo>
                    <a:cubicBezTo>
                      <a:pt x="1435708" y="4552527"/>
                      <a:pt x="1248221" y="4593111"/>
                      <a:pt x="938596" y="4572000"/>
                    </a:cubicBezTo>
                    <a:cubicBezTo>
                      <a:pt x="628971" y="4550890"/>
                      <a:pt x="344974" y="4568050"/>
                      <a:pt x="0" y="4572000"/>
                    </a:cubicBezTo>
                    <a:cubicBezTo>
                      <a:pt x="12928" y="4421210"/>
                      <a:pt x="6037" y="4024138"/>
                      <a:pt x="0" y="3873137"/>
                    </a:cubicBezTo>
                    <a:cubicBezTo>
                      <a:pt x="-6037" y="3722136"/>
                      <a:pt x="-8605" y="3326022"/>
                      <a:pt x="0" y="3128554"/>
                    </a:cubicBezTo>
                    <a:cubicBezTo>
                      <a:pt x="8605" y="2931086"/>
                      <a:pt x="22194" y="2738330"/>
                      <a:pt x="0" y="2383971"/>
                    </a:cubicBezTo>
                    <a:cubicBezTo>
                      <a:pt x="-22194" y="2029612"/>
                      <a:pt x="1491" y="1947295"/>
                      <a:pt x="0" y="1730829"/>
                    </a:cubicBezTo>
                    <a:cubicBezTo>
                      <a:pt x="-1491" y="1514363"/>
                      <a:pt x="-17379" y="1441633"/>
                      <a:pt x="0" y="1214846"/>
                    </a:cubicBezTo>
                    <a:cubicBezTo>
                      <a:pt x="17379" y="988059"/>
                      <a:pt x="-10922" y="24465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8ACFED2-AA61-E145-8414-E5D08D8DDEEF}"/>
                </a:ext>
              </a:extLst>
            </p:cNvPr>
            <p:cNvGrpSpPr/>
            <p:nvPr/>
          </p:nvGrpSpPr>
          <p:grpSpPr>
            <a:xfrm>
              <a:off x="1904402" y="1356591"/>
              <a:ext cx="8383193" cy="4163958"/>
              <a:chOff x="1964954" y="1371269"/>
              <a:chExt cx="8383193" cy="4163958"/>
            </a:xfrm>
          </p:grpSpPr>
          <p:pic>
            <p:nvPicPr>
              <p:cNvPr id="19" name="그림 18" descr="텍스트, 전자제품, 스크린샷, 디스플레이이(가) 표시된 사진&#10;&#10;자동 생성된 설명">
                <a:extLst>
                  <a:ext uri="{FF2B5EF4-FFF2-40B4-BE49-F238E27FC236}">
                    <a16:creationId xmlns:a16="http://schemas.microsoft.com/office/drawing/2014/main" id="{969685D0-44A5-7776-F150-885FF67F33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32" t="431" r="680" b="455"/>
              <a:stretch/>
            </p:blipFill>
            <p:spPr>
              <a:xfrm>
                <a:off x="1964954" y="1371269"/>
                <a:ext cx="4086738" cy="4163958"/>
              </a:xfrm>
              <a:prstGeom prst="rect">
                <a:avLst/>
              </a:prstGeom>
            </p:spPr>
          </p:pic>
          <p:pic>
            <p:nvPicPr>
              <p:cNvPr id="15" name="그림 14" descr="텍스트, 스크린샷, 소프트웨어, 디스플레이이(가) 표시된 사진&#10;&#10;자동 생성된 설명">
                <a:extLst>
                  <a:ext uri="{FF2B5EF4-FFF2-40B4-BE49-F238E27FC236}">
                    <a16:creationId xmlns:a16="http://schemas.microsoft.com/office/drawing/2014/main" id="{C332CD99-61CF-7C6D-FF44-B39CC4A0B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6000" y="1426639"/>
                <a:ext cx="4252147" cy="408318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39757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36C36F8A-EDC7-8217-D90A-09DBC77BF285}"/>
              </a:ext>
            </a:extLst>
          </p:cNvPr>
          <p:cNvGrpSpPr/>
          <p:nvPr/>
        </p:nvGrpSpPr>
        <p:grpSpPr>
          <a:xfrm>
            <a:off x="1636294" y="1086424"/>
            <a:ext cx="8919411" cy="4704293"/>
            <a:chOff x="1636294" y="1086424"/>
            <a:chExt cx="8919411" cy="470429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961DD6B-5F42-EE1A-C857-CC471D64B593}"/>
                </a:ext>
              </a:extLst>
            </p:cNvPr>
            <p:cNvGrpSpPr/>
            <p:nvPr/>
          </p:nvGrpSpPr>
          <p:grpSpPr>
            <a:xfrm>
              <a:off x="1636294" y="1086424"/>
              <a:ext cx="8919411" cy="4704293"/>
              <a:chOff x="1636294" y="1086424"/>
              <a:chExt cx="8919411" cy="4704293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7BF06F3B-0FDB-5CCC-35D5-6C5B03261E94}"/>
                  </a:ext>
                </a:extLst>
              </p:cNvPr>
              <p:cNvSpPr/>
              <p:nvPr/>
            </p:nvSpPr>
            <p:spPr>
              <a:xfrm>
                <a:off x="1636294" y="1086424"/>
                <a:ext cx="8919411" cy="4704293"/>
              </a:xfrm>
              <a:custGeom>
                <a:avLst/>
                <a:gdLst>
                  <a:gd name="connsiteX0" fmla="*/ 0 w 8919411"/>
                  <a:gd name="connsiteY0" fmla="*/ 0 h 4704293"/>
                  <a:gd name="connsiteX1" fmla="*/ 507720 w 8919411"/>
                  <a:gd name="connsiteY1" fmla="*/ 0 h 4704293"/>
                  <a:gd name="connsiteX2" fmla="*/ 1372217 w 8919411"/>
                  <a:gd name="connsiteY2" fmla="*/ 0 h 4704293"/>
                  <a:gd name="connsiteX3" fmla="*/ 2236714 w 8919411"/>
                  <a:gd name="connsiteY3" fmla="*/ 0 h 4704293"/>
                  <a:gd name="connsiteX4" fmla="*/ 2922822 w 8919411"/>
                  <a:gd name="connsiteY4" fmla="*/ 0 h 4704293"/>
                  <a:gd name="connsiteX5" fmla="*/ 3787319 w 8919411"/>
                  <a:gd name="connsiteY5" fmla="*/ 0 h 4704293"/>
                  <a:gd name="connsiteX6" fmla="*/ 4295039 w 8919411"/>
                  <a:gd name="connsiteY6" fmla="*/ 0 h 4704293"/>
                  <a:gd name="connsiteX7" fmla="*/ 4981148 w 8919411"/>
                  <a:gd name="connsiteY7" fmla="*/ 0 h 4704293"/>
                  <a:gd name="connsiteX8" fmla="*/ 5488868 w 8919411"/>
                  <a:gd name="connsiteY8" fmla="*/ 0 h 4704293"/>
                  <a:gd name="connsiteX9" fmla="*/ 5996589 w 8919411"/>
                  <a:gd name="connsiteY9" fmla="*/ 0 h 4704293"/>
                  <a:gd name="connsiteX10" fmla="*/ 6861085 w 8919411"/>
                  <a:gd name="connsiteY10" fmla="*/ 0 h 4704293"/>
                  <a:gd name="connsiteX11" fmla="*/ 7547194 w 8919411"/>
                  <a:gd name="connsiteY11" fmla="*/ 0 h 4704293"/>
                  <a:gd name="connsiteX12" fmla="*/ 8144108 w 8919411"/>
                  <a:gd name="connsiteY12" fmla="*/ 0 h 4704293"/>
                  <a:gd name="connsiteX13" fmla="*/ 8919411 w 8919411"/>
                  <a:gd name="connsiteY13" fmla="*/ 0 h 4704293"/>
                  <a:gd name="connsiteX14" fmla="*/ 8919411 w 8919411"/>
                  <a:gd name="connsiteY14" fmla="*/ 672042 h 4704293"/>
                  <a:gd name="connsiteX15" fmla="*/ 8919411 w 8919411"/>
                  <a:gd name="connsiteY15" fmla="*/ 1344084 h 4704293"/>
                  <a:gd name="connsiteX16" fmla="*/ 8919411 w 8919411"/>
                  <a:gd name="connsiteY16" fmla="*/ 2016126 h 4704293"/>
                  <a:gd name="connsiteX17" fmla="*/ 8919411 w 8919411"/>
                  <a:gd name="connsiteY17" fmla="*/ 2547039 h 4704293"/>
                  <a:gd name="connsiteX18" fmla="*/ 8919411 w 8919411"/>
                  <a:gd name="connsiteY18" fmla="*/ 3172038 h 4704293"/>
                  <a:gd name="connsiteX19" fmla="*/ 8919411 w 8919411"/>
                  <a:gd name="connsiteY19" fmla="*/ 3702951 h 4704293"/>
                  <a:gd name="connsiteX20" fmla="*/ 8919411 w 8919411"/>
                  <a:gd name="connsiteY20" fmla="*/ 4704293 h 4704293"/>
                  <a:gd name="connsiteX21" fmla="*/ 8322497 w 8919411"/>
                  <a:gd name="connsiteY21" fmla="*/ 4704293 h 4704293"/>
                  <a:gd name="connsiteX22" fmla="*/ 7636388 w 8919411"/>
                  <a:gd name="connsiteY22" fmla="*/ 4704293 h 4704293"/>
                  <a:gd name="connsiteX23" fmla="*/ 6771891 w 8919411"/>
                  <a:gd name="connsiteY23" fmla="*/ 4704293 h 4704293"/>
                  <a:gd name="connsiteX24" fmla="*/ 5907395 w 8919411"/>
                  <a:gd name="connsiteY24" fmla="*/ 4704293 h 4704293"/>
                  <a:gd name="connsiteX25" fmla="*/ 5310480 w 8919411"/>
                  <a:gd name="connsiteY25" fmla="*/ 4704293 h 4704293"/>
                  <a:gd name="connsiteX26" fmla="*/ 4624372 w 8919411"/>
                  <a:gd name="connsiteY26" fmla="*/ 4704293 h 4704293"/>
                  <a:gd name="connsiteX27" fmla="*/ 4205845 w 8919411"/>
                  <a:gd name="connsiteY27" fmla="*/ 4704293 h 4704293"/>
                  <a:gd name="connsiteX28" fmla="*/ 3698125 w 8919411"/>
                  <a:gd name="connsiteY28" fmla="*/ 4704293 h 4704293"/>
                  <a:gd name="connsiteX29" fmla="*/ 3101211 w 8919411"/>
                  <a:gd name="connsiteY29" fmla="*/ 4704293 h 4704293"/>
                  <a:gd name="connsiteX30" fmla="*/ 2593490 w 8919411"/>
                  <a:gd name="connsiteY30" fmla="*/ 4704293 h 4704293"/>
                  <a:gd name="connsiteX31" fmla="*/ 1818188 w 8919411"/>
                  <a:gd name="connsiteY31" fmla="*/ 4704293 h 4704293"/>
                  <a:gd name="connsiteX32" fmla="*/ 1310467 w 8919411"/>
                  <a:gd name="connsiteY32" fmla="*/ 4704293 h 4704293"/>
                  <a:gd name="connsiteX33" fmla="*/ 713553 w 8919411"/>
                  <a:gd name="connsiteY33" fmla="*/ 4704293 h 4704293"/>
                  <a:gd name="connsiteX34" fmla="*/ 0 w 8919411"/>
                  <a:gd name="connsiteY34" fmla="*/ 4704293 h 4704293"/>
                  <a:gd name="connsiteX35" fmla="*/ 0 w 8919411"/>
                  <a:gd name="connsiteY35" fmla="*/ 3938165 h 4704293"/>
                  <a:gd name="connsiteX36" fmla="*/ 0 w 8919411"/>
                  <a:gd name="connsiteY36" fmla="*/ 3172038 h 4704293"/>
                  <a:gd name="connsiteX37" fmla="*/ 0 w 8919411"/>
                  <a:gd name="connsiteY37" fmla="*/ 2594082 h 4704293"/>
                  <a:gd name="connsiteX38" fmla="*/ 0 w 8919411"/>
                  <a:gd name="connsiteY38" fmla="*/ 1827954 h 4704293"/>
                  <a:gd name="connsiteX39" fmla="*/ 0 w 8919411"/>
                  <a:gd name="connsiteY39" fmla="*/ 1061826 h 4704293"/>
                  <a:gd name="connsiteX40" fmla="*/ 0 w 8919411"/>
                  <a:gd name="connsiteY40" fmla="*/ 0 h 4704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919411" h="4704293" fill="none" extrusionOk="0">
                    <a:moveTo>
                      <a:pt x="0" y="0"/>
                    </a:moveTo>
                    <a:cubicBezTo>
                      <a:pt x="155852" y="12910"/>
                      <a:pt x="353093" y="15622"/>
                      <a:pt x="507720" y="0"/>
                    </a:cubicBezTo>
                    <a:cubicBezTo>
                      <a:pt x="662347" y="-15622"/>
                      <a:pt x="1104388" y="-1090"/>
                      <a:pt x="1372217" y="0"/>
                    </a:cubicBezTo>
                    <a:cubicBezTo>
                      <a:pt x="1640046" y="1090"/>
                      <a:pt x="1836651" y="24641"/>
                      <a:pt x="2236714" y="0"/>
                    </a:cubicBezTo>
                    <a:cubicBezTo>
                      <a:pt x="2636777" y="-24641"/>
                      <a:pt x="2683889" y="-9815"/>
                      <a:pt x="2922822" y="0"/>
                    </a:cubicBezTo>
                    <a:cubicBezTo>
                      <a:pt x="3161755" y="9815"/>
                      <a:pt x="3478906" y="18756"/>
                      <a:pt x="3787319" y="0"/>
                    </a:cubicBezTo>
                    <a:cubicBezTo>
                      <a:pt x="4095732" y="-18756"/>
                      <a:pt x="4059573" y="-4477"/>
                      <a:pt x="4295039" y="0"/>
                    </a:cubicBezTo>
                    <a:cubicBezTo>
                      <a:pt x="4530505" y="4477"/>
                      <a:pt x="4817588" y="13218"/>
                      <a:pt x="4981148" y="0"/>
                    </a:cubicBezTo>
                    <a:cubicBezTo>
                      <a:pt x="5144708" y="-13218"/>
                      <a:pt x="5268258" y="-8868"/>
                      <a:pt x="5488868" y="0"/>
                    </a:cubicBezTo>
                    <a:cubicBezTo>
                      <a:pt x="5709478" y="8868"/>
                      <a:pt x="5871002" y="12309"/>
                      <a:pt x="5996589" y="0"/>
                    </a:cubicBezTo>
                    <a:cubicBezTo>
                      <a:pt x="6122176" y="-12309"/>
                      <a:pt x="6644343" y="-27135"/>
                      <a:pt x="6861085" y="0"/>
                    </a:cubicBezTo>
                    <a:cubicBezTo>
                      <a:pt x="7077827" y="27135"/>
                      <a:pt x="7284724" y="31368"/>
                      <a:pt x="7547194" y="0"/>
                    </a:cubicBezTo>
                    <a:cubicBezTo>
                      <a:pt x="7809664" y="-31368"/>
                      <a:pt x="7969953" y="6483"/>
                      <a:pt x="8144108" y="0"/>
                    </a:cubicBezTo>
                    <a:cubicBezTo>
                      <a:pt x="8318263" y="-6483"/>
                      <a:pt x="8597796" y="-3839"/>
                      <a:pt x="8919411" y="0"/>
                    </a:cubicBezTo>
                    <a:cubicBezTo>
                      <a:pt x="8947814" y="313012"/>
                      <a:pt x="8923797" y="417376"/>
                      <a:pt x="8919411" y="672042"/>
                    </a:cubicBezTo>
                    <a:cubicBezTo>
                      <a:pt x="8915025" y="926708"/>
                      <a:pt x="8941503" y="1200634"/>
                      <a:pt x="8919411" y="1344084"/>
                    </a:cubicBezTo>
                    <a:cubicBezTo>
                      <a:pt x="8897319" y="1487534"/>
                      <a:pt x="8896018" y="1707868"/>
                      <a:pt x="8919411" y="2016126"/>
                    </a:cubicBezTo>
                    <a:cubicBezTo>
                      <a:pt x="8942804" y="2324384"/>
                      <a:pt x="8907776" y="2324871"/>
                      <a:pt x="8919411" y="2547039"/>
                    </a:cubicBezTo>
                    <a:cubicBezTo>
                      <a:pt x="8931046" y="2769207"/>
                      <a:pt x="8929947" y="3024608"/>
                      <a:pt x="8919411" y="3172038"/>
                    </a:cubicBezTo>
                    <a:cubicBezTo>
                      <a:pt x="8908875" y="3319468"/>
                      <a:pt x="8943244" y="3452684"/>
                      <a:pt x="8919411" y="3702951"/>
                    </a:cubicBezTo>
                    <a:cubicBezTo>
                      <a:pt x="8895578" y="3953218"/>
                      <a:pt x="8921649" y="4442202"/>
                      <a:pt x="8919411" y="4704293"/>
                    </a:cubicBezTo>
                    <a:cubicBezTo>
                      <a:pt x="8763925" y="4723704"/>
                      <a:pt x="8483515" y="4694547"/>
                      <a:pt x="8322497" y="4704293"/>
                    </a:cubicBezTo>
                    <a:cubicBezTo>
                      <a:pt x="8161479" y="4714039"/>
                      <a:pt x="7780689" y="4679333"/>
                      <a:pt x="7636388" y="4704293"/>
                    </a:cubicBezTo>
                    <a:cubicBezTo>
                      <a:pt x="7492087" y="4729253"/>
                      <a:pt x="7201343" y="4718841"/>
                      <a:pt x="6771891" y="4704293"/>
                    </a:cubicBezTo>
                    <a:cubicBezTo>
                      <a:pt x="6342439" y="4689745"/>
                      <a:pt x="6142047" y="4664990"/>
                      <a:pt x="5907395" y="4704293"/>
                    </a:cubicBezTo>
                    <a:cubicBezTo>
                      <a:pt x="5672743" y="4743596"/>
                      <a:pt x="5459816" y="4707115"/>
                      <a:pt x="5310480" y="4704293"/>
                    </a:cubicBezTo>
                    <a:cubicBezTo>
                      <a:pt x="5161145" y="4701471"/>
                      <a:pt x="4939795" y="4692648"/>
                      <a:pt x="4624372" y="4704293"/>
                    </a:cubicBezTo>
                    <a:cubicBezTo>
                      <a:pt x="4308949" y="4715938"/>
                      <a:pt x="4410116" y="4699146"/>
                      <a:pt x="4205845" y="4704293"/>
                    </a:cubicBezTo>
                    <a:cubicBezTo>
                      <a:pt x="4001574" y="4709440"/>
                      <a:pt x="3876302" y="4687478"/>
                      <a:pt x="3698125" y="4704293"/>
                    </a:cubicBezTo>
                    <a:cubicBezTo>
                      <a:pt x="3519948" y="4721108"/>
                      <a:pt x="3233266" y="4720005"/>
                      <a:pt x="3101211" y="4704293"/>
                    </a:cubicBezTo>
                    <a:cubicBezTo>
                      <a:pt x="2969156" y="4688581"/>
                      <a:pt x="2820524" y="4685715"/>
                      <a:pt x="2593490" y="4704293"/>
                    </a:cubicBezTo>
                    <a:cubicBezTo>
                      <a:pt x="2366456" y="4722871"/>
                      <a:pt x="2205427" y="4690247"/>
                      <a:pt x="1818188" y="4704293"/>
                    </a:cubicBezTo>
                    <a:cubicBezTo>
                      <a:pt x="1430949" y="4718339"/>
                      <a:pt x="1494027" y="4713075"/>
                      <a:pt x="1310467" y="4704293"/>
                    </a:cubicBezTo>
                    <a:cubicBezTo>
                      <a:pt x="1126907" y="4695511"/>
                      <a:pt x="938701" y="4678483"/>
                      <a:pt x="713553" y="4704293"/>
                    </a:cubicBezTo>
                    <a:cubicBezTo>
                      <a:pt x="488405" y="4730103"/>
                      <a:pt x="289117" y="4732539"/>
                      <a:pt x="0" y="4704293"/>
                    </a:cubicBezTo>
                    <a:cubicBezTo>
                      <a:pt x="-26116" y="4359461"/>
                      <a:pt x="-19719" y="4193012"/>
                      <a:pt x="0" y="3938165"/>
                    </a:cubicBezTo>
                    <a:cubicBezTo>
                      <a:pt x="19719" y="3683318"/>
                      <a:pt x="-6622" y="3465295"/>
                      <a:pt x="0" y="3172038"/>
                    </a:cubicBezTo>
                    <a:cubicBezTo>
                      <a:pt x="6622" y="2878781"/>
                      <a:pt x="7416" y="2720401"/>
                      <a:pt x="0" y="2594082"/>
                    </a:cubicBezTo>
                    <a:cubicBezTo>
                      <a:pt x="-7416" y="2467763"/>
                      <a:pt x="-27569" y="2097341"/>
                      <a:pt x="0" y="1827954"/>
                    </a:cubicBezTo>
                    <a:cubicBezTo>
                      <a:pt x="27569" y="1558567"/>
                      <a:pt x="23722" y="1402043"/>
                      <a:pt x="0" y="1061826"/>
                    </a:cubicBezTo>
                    <a:cubicBezTo>
                      <a:pt x="-23722" y="721609"/>
                      <a:pt x="3106" y="337193"/>
                      <a:pt x="0" y="0"/>
                    </a:cubicBezTo>
                    <a:close/>
                  </a:path>
                  <a:path w="8919411" h="4704293" stroke="0" extrusionOk="0">
                    <a:moveTo>
                      <a:pt x="0" y="0"/>
                    </a:moveTo>
                    <a:cubicBezTo>
                      <a:pt x="212365" y="-5153"/>
                      <a:pt x="382387" y="-2443"/>
                      <a:pt x="596914" y="0"/>
                    </a:cubicBezTo>
                    <a:cubicBezTo>
                      <a:pt x="811441" y="2443"/>
                      <a:pt x="997373" y="9618"/>
                      <a:pt x="1283023" y="0"/>
                    </a:cubicBezTo>
                    <a:cubicBezTo>
                      <a:pt x="1568673" y="-9618"/>
                      <a:pt x="1692618" y="5819"/>
                      <a:pt x="1879937" y="0"/>
                    </a:cubicBezTo>
                    <a:cubicBezTo>
                      <a:pt x="2067256" y="-5819"/>
                      <a:pt x="2473833" y="26113"/>
                      <a:pt x="2655240" y="0"/>
                    </a:cubicBezTo>
                    <a:cubicBezTo>
                      <a:pt x="2836647" y="-26113"/>
                      <a:pt x="3189547" y="-18111"/>
                      <a:pt x="3430543" y="0"/>
                    </a:cubicBezTo>
                    <a:cubicBezTo>
                      <a:pt x="3671539" y="18111"/>
                      <a:pt x="3705908" y="3984"/>
                      <a:pt x="3849069" y="0"/>
                    </a:cubicBezTo>
                    <a:cubicBezTo>
                      <a:pt x="3992230" y="-3984"/>
                      <a:pt x="4236175" y="-11617"/>
                      <a:pt x="4356789" y="0"/>
                    </a:cubicBezTo>
                    <a:cubicBezTo>
                      <a:pt x="4477403" y="11617"/>
                      <a:pt x="4576061" y="-279"/>
                      <a:pt x="4775315" y="0"/>
                    </a:cubicBezTo>
                    <a:cubicBezTo>
                      <a:pt x="4974569" y="279"/>
                      <a:pt x="5277973" y="-39466"/>
                      <a:pt x="5639812" y="0"/>
                    </a:cubicBezTo>
                    <a:cubicBezTo>
                      <a:pt x="6001651" y="39466"/>
                      <a:pt x="5908454" y="-15848"/>
                      <a:pt x="6058338" y="0"/>
                    </a:cubicBezTo>
                    <a:cubicBezTo>
                      <a:pt x="6208222" y="15848"/>
                      <a:pt x="6383469" y="6005"/>
                      <a:pt x="6566059" y="0"/>
                    </a:cubicBezTo>
                    <a:cubicBezTo>
                      <a:pt x="6748649" y="-6005"/>
                      <a:pt x="7104063" y="7671"/>
                      <a:pt x="7430555" y="0"/>
                    </a:cubicBezTo>
                    <a:cubicBezTo>
                      <a:pt x="7757047" y="-7671"/>
                      <a:pt x="7905262" y="32632"/>
                      <a:pt x="8116664" y="0"/>
                    </a:cubicBezTo>
                    <a:cubicBezTo>
                      <a:pt x="8328066" y="-32632"/>
                      <a:pt x="8597494" y="-20521"/>
                      <a:pt x="8919411" y="0"/>
                    </a:cubicBezTo>
                    <a:cubicBezTo>
                      <a:pt x="8934427" y="223380"/>
                      <a:pt x="8918638" y="481377"/>
                      <a:pt x="8919411" y="624999"/>
                    </a:cubicBezTo>
                    <a:cubicBezTo>
                      <a:pt x="8920184" y="768621"/>
                      <a:pt x="8894979" y="1039513"/>
                      <a:pt x="8919411" y="1297041"/>
                    </a:cubicBezTo>
                    <a:cubicBezTo>
                      <a:pt x="8943843" y="1554569"/>
                      <a:pt x="8896756" y="1576214"/>
                      <a:pt x="8919411" y="1827954"/>
                    </a:cubicBezTo>
                    <a:cubicBezTo>
                      <a:pt x="8942066" y="2079694"/>
                      <a:pt x="8952302" y="2396914"/>
                      <a:pt x="8919411" y="2594082"/>
                    </a:cubicBezTo>
                    <a:cubicBezTo>
                      <a:pt x="8886520" y="2791250"/>
                      <a:pt x="8887774" y="3128122"/>
                      <a:pt x="8919411" y="3313166"/>
                    </a:cubicBezTo>
                    <a:cubicBezTo>
                      <a:pt x="8951048" y="3498210"/>
                      <a:pt x="8905040" y="3583846"/>
                      <a:pt x="8919411" y="3844079"/>
                    </a:cubicBezTo>
                    <a:cubicBezTo>
                      <a:pt x="8933782" y="4104312"/>
                      <a:pt x="8883679" y="4478215"/>
                      <a:pt x="8919411" y="4704293"/>
                    </a:cubicBezTo>
                    <a:cubicBezTo>
                      <a:pt x="8656847" y="4691389"/>
                      <a:pt x="8531379" y="4719935"/>
                      <a:pt x="8233302" y="4704293"/>
                    </a:cubicBezTo>
                    <a:cubicBezTo>
                      <a:pt x="7935225" y="4688651"/>
                      <a:pt x="7836750" y="4720962"/>
                      <a:pt x="7458000" y="4704293"/>
                    </a:cubicBezTo>
                    <a:cubicBezTo>
                      <a:pt x="7079250" y="4687624"/>
                      <a:pt x="7244125" y="4706187"/>
                      <a:pt x="7039474" y="4704293"/>
                    </a:cubicBezTo>
                    <a:cubicBezTo>
                      <a:pt x="6834823" y="4702399"/>
                      <a:pt x="6733132" y="4710085"/>
                      <a:pt x="6531753" y="4704293"/>
                    </a:cubicBezTo>
                    <a:cubicBezTo>
                      <a:pt x="6330374" y="4698501"/>
                      <a:pt x="6163769" y="4701840"/>
                      <a:pt x="5845645" y="4704293"/>
                    </a:cubicBezTo>
                    <a:cubicBezTo>
                      <a:pt x="5527521" y="4706746"/>
                      <a:pt x="5354543" y="4731204"/>
                      <a:pt x="5159536" y="4704293"/>
                    </a:cubicBezTo>
                    <a:cubicBezTo>
                      <a:pt x="4964529" y="4677382"/>
                      <a:pt x="4626303" y="4689499"/>
                      <a:pt x="4295039" y="4704293"/>
                    </a:cubicBezTo>
                    <a:cubicBezTo>
                      <a:pt x="3963775" y="4719087"/>
                      <a:pt x="3858965" y="4738447"/>
                      <a:pt x="3519737" y="4704293"/>
                    </a:cubicBezTo>
                    <a:cubicBezTo>
                      <a:pt x="3180509" y="4670139"/>
                      <a:pt x="3110658" y="4679344"/>
                      <a:pt x="2744434" y="4704293"/>
                    </a:cubicBezTo>
                    <a:cubicBezTo>
                      <a:pt x="2378210" y="4729242"/>
                      <a:pt x="2404749" y="4682259"/>
                      <a:pt x="2147520" y="4704293"/>
                    </a:cubicBezTo>
                    <a:cubicBezTo>
                      <a:pt x="1890291" y="4726327"/>
                      <a:pt x="1827676" y="4694168"/>
                      <a:pt x="1639799" y="4704293"/>
                    </a:cubicBezTo>
                    <a:cubicBezTo>
                      <a:pt x="1451922" y="4714418"/>
                      <a:pt x="1282562" y="4712376"/>
                      <a:pt x="953691" y="4704293"/>
                    </a:cubicBezTo>
                    <a:cubicBezTo>
                      <a:pt x="624820" y="4696210"/>
                      <a:pt x="413831" y="4664926"/>
                      <a:pt x="0" y="4704293"/>
                    </a:cubicBezTo>
                    <a:cubicBezTo>
                      <a:pt x="28538" y="4392175"/>
                      <a:pt x="20106" y="4230980"/>
                      <a:pt x="0" y="3985208"/>
                    </a:cubicBezTo>
                    <a:cubicBezTo>
                      <a:pt x="-20106" y="3739437"/>
                      <a:pt x="-4534" y="3590038"/>
                      <a:pt x="0" y="3219080"/>
                    </a:cubicBezTo>
                    <a:cubicBezTo>
                      <a:pt x="4534" y="2848122"/>
                      <a:pt x="-6675" y="2639298"/>
                      <a:pt x="0" y="2452953"/>
                    </a:cubicBezTo>
                    <a:cubicBezTo>
                      <a:pt x="6675" y="2266608"/>
                      <a:pt x="31004" y="2108772"/>
                      <a:pt x="0" y="1780911"/>
                    </a:cubicBezTo>
                    <a:cubicBezTo>
                      <a:pt x="-31004" y="1453050"/>
                      <a:pt x="12119" y="1473837"/>
                      <a:pt x="0" y="1249998"/>
                    </a:cubicBezTo>
                    <a:cubicBezTo>
                      <a:pt x="-12119" y="1026159"/>
                      <a:pt x="39685" y="34849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0EECE81-1AB5-E1FF-0AD2-2AC9B65FEA77}"/>
                  </a:ext>
                </a:extLst>
              </p:cNvPr>
              <p:cNvSpPr/>
              <p:nvPr/>
            </p:nvSpPr>
            <p:spPr>
              <a:xfrm>
                <a:off x="1706880" y="1143000"/>
                <a:ext cx="8778240" cy="4572000"/>
              </a:xfrm>
              <a:custGeom>
                <a:avLst/>
                <a:gdLst>
                  <a:gd name="connsiteX0" fmla="*/ 0 w 8778240"/>
                  <a:gd name="connsiteY0" fmla="*/ 0 h 4572000"/>
                  <a:gd name="connsiteX1" fmla="*/ 499684 w 8778240"/>
                  <a:gd name="connsiteY1" fmla="*/ 0 h 4572000"/>
                  <a:gd name="connsiteX2" fmla="*/ 1350498 w 8778240"/>
                  <a:gd name="connsiteY2" fmla="*/ 0 h 4572000"/>
                  <a:gd name="connsiteX3" fmla="*/ 2201312 w 8778240"/>
                  <a:gd name="connsiteY3" fmla="*/ 0 h 4572000"/>
                  <a:gd name="connsiteX4" fmla="*/ 2876562 w 8778240"/>
                  <a:gd name="connsiteY4" fmla="*/ 0 h 4572000"/>
                  <a:gd name="connsiteX5" fmla="*/ 3727376 w 8778240"/>
                  <a:gd name="connsiteY5" fmla="*/ 0 h 4572000"/>
                  <a:gd name="connsiteX6" fmla="*/ 4227060 w 8778240"/>
                  <a:gd name="connsiteY6" fmla="*/ 0 h 4572000"/>
                  <a:gd name="connsiteX7" fmla="*/ 4902309 w 8778240"/>
                  <a:gd name="connsiteY7" fmla="*/ 0 h 4572000"/>
                  <a:gd name="connsiteX8" fmla="*/ 5401994 w 8778240"/>
                  <a:gd name="connsiteY8" fmla="*/ 0 h 4572000"/>
                  <a:gd name="connsiteX9" fmla="*/ 5901678 w 8778240"/>
                  <a:gd name="connsiteY9" fmla="*/ 0 h 4572000"/>
                  <a:gd name="connsiteX10" fmla="*/ 6752492 w 8778240"/>
                  <a:gd name="connsiteY10" fmla="*/ 0 h 4572000"/>
                  <a:gd name="connsiteX11" fmla="*/ 7427742 w 8778240"/>
                  <a:gd name="connsiteY11" fmla="*/ 0 h 4572000"/>
                  <a:gd name="connsiteX12" fmla="*/ 8015208 w 8778240"/>
                  <a:gd name="connsiteY12" fmla="*/ 0 h 4572000"/>
                  <a:gd name="connsiteX13" fmla="*/ 8778240 w 8778240"/>
                  <a:gd name="connsiteY13" fmla="*/ 0 h 4572000"/>
                  <a:gd name="connsiteX14" fmla="*/ 8778240 w 8778240"/>
                  <a:gd name="connsiteY14" fmla="*/ 653143 h 4572000"/>
                  <a:gd name="connsiteX15" fmla="*/ 8778240 w 8778240"/>
                  <a:gd name="connsiteY15" fmla="*/ 1306286 h 4572000"/>
                  <a:gd name="connsiteX16" fmla="*/ 8778240 w 8778240"/>
                  <a:gd name="connsiteY16" fmla="*/ 1959429 h 4572000"/>
                  <a:gd name="connsiteX17" fmla="*/ 8778240 w 8778240"/>
                  <a:gd name="connsiteY17" fmla="*/ 2475411 h 4572000"/>
                  <a:gd name="connsiteX18" fmla="*/ 8778240 w 8778240"/>
                  <a:gd name="connsiteY18" fmla="*/ 3082834 h 4572000"/>
                  <a:gd name="connsiteX19" fmla="*/ 8778240 w 8778240"/>
                  <a:gd name="connsiteY19" fmla="*/ 3598817 h 4572000"/>
                  <a:gd name="connsiteX20" fmla="*/ 8778240 w 8778240"/>
                  <a:gd name="connsiteY20" fmla="*/ 4572000 h 4572000"/>
                  <a:gd name="connsiteX21" fmla="*/ 8190773 w 8778240"/>
                  <a:gd name="connsiteY21" fmla="*/ 4572000 h 4572000"/>
                  <a:gd name="connsiteX22" fmla="*/ 7515524 w 8778240"/>
                  <a:gd name="connsiteY22" fmla="*/ 4572000 h 4572000"/>
                  <a:gd name="connsiteX23" fmla="*/ 6664710 w 8778240"/>
                  <a:gd name="connsiteY23" fmla="*/ 4572000 h 4572000"/>
                  <a:gd name="connsiteX24" fmla="*/ 5813896 w 8778240"/>
                  <a:gd name="connsiteY24" fmla="*/ 4572000 h 4572000"/>
                  <a:gd name="connsiteX25" fmla="*/ 5226429 w 8778240"/>
                  <a:gd name="connsiteY25" fmla="*/ 4572000 h 4572000"/>
                  <a:gd name="connsiteX26" fmla="*/ 4551180 w 8778240"/>
                  <a:gd name="connsiteY26" fmla="*/ 4572000 h 4572000"/>
                  <a:gd name="connsiteX27" fmla="*/ 4139278 w 8778240"/>
                  <a:gd name="connsiteY27" fmla="*/ 4572000 h 4572000"/>
                  <a:gd name="connsiteX28" fmla="*/ 3639593 w 8778240"/>
                  <a:gd name="connsiteY28" fmla="*/ 4572000 h 4572000"/>
                  <a:gd name="connsiteX29" fmla="*/ 3052127 w 8778240"/>
                  <a:gd name="connsiteY29" fmla="*/ 4572000 h 4572000"/>
                  <a:gd name="connsiteX30" fmla="*/ 2552442 w 8778240"/>
                  <a:gd name="connsiteY30" fmla="*/ 4572000 h 4572000"/>
                  <a:gd name="connsiteX31" fmla="*/ 1789410 w 8778240"/>
                  <a:gd name="connsiteY31" fmla="*/ 4572000 h 4572000"/>
                  <a:gd name="connsiteX32" fmla="*/ 1289726 w 8778240"/>
                  <a:gd name="connsiteY32" fmla="*/ 4572000 h 4572000"/>
                  <a:gd name="connsiteX33" fmla="*/ 702259 w 8778240"/>
                  <a:gd name="connsiteY33" fmla="*/ 4572000 h 4572000"/>
                  <a:gd name="connsiteX34" fmla="*/ 0 w 8778240"/>
                  <a:gd name="connsiteY34" fmla="*/ 4572000 h 4572000"/>
                  <a:gd name="connsiteX35" fmla="*/ 0 w 8778240"/>
                  <a:gd name="connsiteY35" fmla="*/ 3827417 h 4572000"/>
                  <a:gd name="connsiteX36" fmla="*/ 0 w 8778240"/>
                  <a:gd name="connsiteY36" fmla="*/ 3082834 h 4572000"/>
                  <a:gd name="connsiteX37" fmla="*/ 0 w 8778240"/>
                  <a:gd name="connsiteY37" fmla="*/ 2521131 h 4572000"/>
                  <a:gd name="connsiteX38" fmla="*/ 0 w 8778240"/>
                  <a:gd name="connsiteY38" fmla="*/ 1776549 h 4572000"/>
                  <a:gd name="connsiteX39" fmla="*/ 0 w 8778240"/>
                  <a:gd name="connsiteY39" fmla="*/ 1031966 h 4572000"/>
                  <a:gd name="connsiteX40" fmla="*/ 0 w 8778240"/>
                  <a:gd name="connsiteY40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778240" h="4572000" fill="none" extrusionOk="0">
                    <a:moveTo>
                      <a:pt x="0" y="0"/>
                    </a:moveTo>
                    <a:cubicBezTo>
                      <a:pt x="178714" y="23096"/>
                      <a:pt x="398677" y="12179"/>
                      <a:pt x="499684" y="0"/>
                    </a:cubicBezTo>
                    <a:cubicBezTo>
                      <a:pt x="600691" y="-12179"/>
                      <a:pt x="1062296" y="-23924"/>
                      <a:pt x="1350498" y="0"/>
                    </a:cubicBezTo>
                    <a:cubicBezTo>
                      <a:pt x="1638700" y="23924"/>
                      <a:pt x="1973827" y="-27388"/>
                      <a:pt x="2201312" y="0"/>
                    </a:cubicBezTo>
                    <a:cubicBezTo>
                      <a:pt x="2428797" y="27388"/>
                      <a:pt x="2684237" y="-6438"/>
                      <a:pt x="2876562" y="0"/>
                    </a:cubicBezTo>
                    <a:cubicBezTo>
                      <a:pt x="3068887" y="6438"/>
                      <a:pt x="3490218" y="25425"/>
                      <a:pt x="3727376" y="0"/>
                    </a:cubicBezTo>
                    <a:cubicBezTo>
                      <a:pt x="3964534" y="-25425"/>
                      <a:pt x="4022017" y="-11862"/>
                      <a:pt x="4227060" y="0"/>
                    </a:cubicBezTo>
                    <a:cubicBezTo>
                      <a:pt x="4432103" y="11862"/>
                      <a:pt x="4652438" y="3486"/>
                      <a:pt x="4902309" y="0"/>
                    </a:cubicBezTo>
                    <a:cubicBezTo>
                      <a:pt x="5152180" y="-3486"/>
                      <a:pt x="5287654" y="8398"/>
                      <a:pt x="5401994" y="0"/>
                    </a:cubicBezTo>
                    <a:cubicBezTo>
                      <a:pt x="5516335" y="-8398"/>
                      <a:pt x="5694037" y="22837"/>
                      <a:pt x="5901678" y="0"/>
                    </a:cubicBezTo>
                    <a:cubicBezTo>
                      <a:pt x="6109319" y="-22837"/>
                      <a:pt x="6496252" y="-4476"/>
                      <a:pt x="6752492" y="0"/>
                    </a:cubicBezTo>
                    <a:cubicBezTo>
                      <a:pt x="7008732" y="4476"/>
                      <a:pt x="7255826" y="-3565"/>
                      <a:pt x="7427742" y="0"/>
                    </a:cubicBezTo>
                    <a:cubicBezTo>
                      <a:pt x="7599658" y="3565"/>
                      <a:pt x="7734184" y="-5205"/>
                      <a:pt x="8015208" y="0"/>
                    </a:cubicBezTo>
                    <a:cubicBezTo>
                      <a:pt x="8296232" y="5205"/>
                      <a:pt x="8561787" y="8838"/>
                      <a:pt x="8778240" y="0"/>
                    </a:cubicBezTo>
                    <a:cubicBezTo>
                      <a:pt x="8792953" y="240518"/>
                      <a:pt x="8776640" y="386628"/>
                      <a:pt x="8778240" y="653143"/>
                    </a:cubicBezTo>
                    <a:cubicBezTo>
                      <a:pt x="8779840" y="919658"/>
                      <a:pt x="8761381" y="1077654"/>
                      <a:pt x="8778240" y="1306286"/>
                    </a:cubicBezTo>
                    <a:cubicBezTo>
                      <a:pt x="8795099" y="1534918"/>
                      <a:pt x="8754955" y="1808015"/>
                      <a:pt x="8778240" y="1959429"/>
                    </a:cubicBezTo>
                    <a:cubicBezTo>
                      <a:pt x="8801525" y="2110843"/>
                      <a:pt x="8791186" y="2328962"/>
                      <a:pt x="8778240" y="2475411"/>
                    </a:cubicBezTo>
                    <a:cubicBezTo>
                      <a:pt x="8765294" y="2621860"/>
                      <a:pt x="8786724" y="2944865"/>
                      <a:pt x="8778240" y="3082834"/>
                    </a:cubicBezTo>
                    <a:cubicBezTo>
                      <a:pt x="8769756" y="3220803"/>
                      <a:pt x="8765318" y="3374710"/>
                      <a:pt x="8778240" y="3598817"/>
                    </a:cubicBezTo>
                    <a:cubicBezTo>
                      <a:pt x="8791162" y="3822924"/>
                      <a:pt x="8757818" y="4135222"/>
                      <a:pt x="8778240" y="4572000"/>
                    </a:cubicBezTo>
                    <a:cubicBezTo>
                      <a:pt x="8507520" y="4590363"/>
                      <a:pt x="8360798" y="4555059"/>
                      <a:pt x="8190773" y="4572000"/>
                    </a:cubicBezTo>
                    <a:cubicBezTo>
                      <a:pt x="8020748" y="4588941"/>
                      <a:pt x="7739346" y="4551070"/>
                      <a:pt x="7515524" y="4572000"/>
                    </a:cubicBezTo>
                    <a:cubicBezTo>
                      <a:pt x="7291702" y="4592930"/>
                      <a:pt x="7041660" y="4563571"/>
                      <a:pt x="6664710" y="4572000"/>
                    </a:cubicBezTo>
                    <a:cubicBezTo>
                      <a:pt x="6287760" y="4580429"/>
                      <a:pt x="6086248" y="4531617"/>
                      <a:pt x="5813896" y="4572000"/>
                    </a:cubicBezTo>
                    <a:cubicBezTo>
                      <a:pt x="5541544" y="4612383"/>
                      <a:pt x="5381681" y="4568963"/>
                      <a:pt x="5226429" y="4572000"/>
                    </a:cubicBezTo>
                    <a:cubicBezTo>
                      <a:pt x="5071177" y="4575037"/>
                      <a:pt x="4714311" y="4576362"/>
                      <a:pt x="4551180" y="4572000"/>
                    </a:cubicBezTo>
                    <a:cubicBezTo>
                      <a:pt x="4388049" y="4567638"/>
                      <a:pt x="4267414" y="4560716"/>
                      <a:pt x="4139278" y="4572000"/>
                    </a:cubicBezTo>
                    <a:cubicBezTo>
                      <a:pt x="4011142" y="4583284"/>
                      <a:pt x="3775391" y="4574838"/>
                      <a:pt x="3639593" y="4572000"/>
                    </a:cubicBezTo>
                    <a:cubicBezTo>
                      <a:pt x="3503796" y="4569162"/>
                      <a:pt x="3343542" y="4586881"/>
                      <a:pt x="3052127" y="4572000"/>
                    </a:cubicBezTo>
                    <a:cubicBezTo>
                      <a:pt x="2760712" y="4557119"/>
                      <a:pt x="2677690" y="4559553"/>
                      <a:pt x="2552442" y="4572000"/>
                    </a:cubicBezTo>
                    <a:cubicBezTo>
                      <a:pt x="2427194" y="4584447"/>
                      <a:pt x="2040949" y="4595062"/>
                      <a:pt x="1789410" y="4572000"/>
                    </a:cubicBezTo>
                    <a:cubicBezTo>
                      <a:pt x="1537871" y="4548938"/>
                      <a:pt x="1511563" y="4552262"/>
                      <a:pt x="1289726" y="4572000"/>
                    </a:cubicBezTo>
                    <a:cubicBezTo>
                      <a:pt x="1067889" y="4591738"/>
                      <a:pt x="844757" y="4590661"/>
                      <a:pt x="702259" y="4572000"/>
                    </a:cubicBezTo>
                    <a:cubicBezTo>
                      <a:pt x="559761" y="4553339"/>
                      <a:pt x="153792" y="4558511"/>
                      <a:pt x="0" y="4572000"/>
                    </a:cubicBezTo>
                    <a:cubicBezTo>
                      <a:pt x="-11122" y="4327362"/>
                      <a:pt x="7816" y="4105357"/>
                      <a:pt x="0" y="3827417"/>
                    </a:cubicBezTo>
                    <a:cubicBezTo>
                      <a:pt x="-7816" y="3549477"/>
                      <a:pt x="2824" y="3376562"/>
                      <a:pt x="0" y="3082834"/>
                    </a:cubicBezTo>
                    <a:cubicBezTo>
                      <a:pt x="-2824" y="2789106"/>
                      <a:pt x="19194" y="2674625"/>
                      <a:pt x="0" y="2521131"/>
                    </a:cubicBezTo>
                    <a:cubicBezTo>
                      <a:pt x="-19194" y="2367637"/>
                      <a:pt x="-13471" y="1993190"/>
                      <a:pt x="0" y="1776549"/>
                    </a:cubicBezTo>
                    <a:cubicBezTo>
                      <a:pt x="13471" y="1559908"/>
                      <a:pt x="14210" y="1352073"/>
                      <a:pt x="0" y="1031966"/>
                    </a:cubicBezTo>
                    <a:cubicBezTo>
                      <a:pt x="-14210" y="711859"/>
                      <a:pt x="-11558" y="442010"/>
                      <a:pt x="0" y="0"/>
                    </a:cubicBezTo>
                    <a:close/>
                  </a:path>
                  <a:path w="8778240" h="4572000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76993" y="286758"/>
                      <a:pt x="8801117" y="425178"/>
                      <a:pt x="8778240" y="607423"/>
                    </a:cubicBezTo>
                    <a:cubicBezTo>
                      <a:pt x="8755363" y="789668"/>
                      <a:pt x="8756702" y="1055504"/>
                      <a:pt x="8778240" y="1260566"/>
                    </a:cubicBezTo>
                    <a:cubicBezTo>
                      <a:pt x="8799778" y="1465628"/>
                      <a:pt x="8768272" y="1668671"/>
                      <a:pt x="8778240" y="1776549"/>
                    </a:cubicBezTo>
                    <a:cubicBezTo>
                      <a:pt x="8788208" y="1884427"/>
                      <a:pt x="8756298" y="2182745"/>
                      <a:pt x="8778240" y="2521131"/>
                    </a:cubicBezTo>
                    <a:cubicBezTo>
                      <a:pt x="8800182" y="2859517"/>
                      <a:pt x="8796741" y="3038031"/>
                      <a:pt x="8778240" y="3219994"/>
                    </a:cubicBezTo>
                    <a:cubicBezTo>
                      <a:pt x="8759739" y="3401957"/>
                      <a:pt x="8760153" y="3574983"/>
                      <a:pt x="8778240" y="3735977"/>
                    </a:cubicBezTo>
                    <a:cubicBezTo>
                      <a:pt x="8796327" y="3896971"/>
                      <a:pt x="8766948" y="4199909"/>
                      <a:pt x="8778240" y="4572000"/>
                    </a:cubicBezTo>
                    <a:cubicBezTo>
                      <a:pt x="8460359" y="4591961"/>
                      <a:pt x="8357360" y="4553883"/>
                      <a:pt x="8102991" y="4572000"/>
                    </a:cubicBezTo>
                    <a:cubicBezTo>
                      <a:pt x="7848622" y="4590117"/>
                      <a:pt x="7530650" y="4606850"/>
                      <a:pt x="7339959" y="4572000"/>
                    </a:cubicBezTo>
                    <a:cubicBezTo>
                      <a:pt x="7149268" y="4537150"/>
                      <a:pt x="7104442" y="4560949"/>
                      <a:pt x="6928057" y="4572000"/>
                    </a:cubicBezTo>
                    <a:cubicBezTo>
                      <a:pt x="6751672" y="4583051"/>
                      <a:pt x="6626271" y="4551863"/>
                      <a:pt x="6428373" y="4572000"/>
                    </a:cubicBezTo>
                    <a:cubicBezTo>
                      <a:pt x="6230475" y="4592137"/>
                      <a:pt x="5954931" y="4592553"/>
                      <a:pt x="5753123" y="4572000"/>
                    </a:cubicBezTo>
                    <a:cubicBezTo>
                      <a:pt x="5551315" y="4551448"/>
                      <a:pt x="5284865" y="4548686"/>
                      <a:pt x="5077874" y="4572000"/>
                    </a:cubicBezTo>
                    <a:cubicBezTo>
                      <a:pt x="4870883" y="4595314"/>
                      <a:pt x="4411879" y="4547063"/>
                      <a:pt x="4227060" y="4572000"/>
                    </a:cubicBezTo>
                    <a:cubicBezTo>
                      <a:pt x="4042241" y="4596937"/>
                      <a:pt x="3660318" y="4586560"/>
                      <a:pt x="3464029" y="4572000"/>
                    </a:cubicBezTo>
                    <a:cubicBezTo>
                      <a:pt x="3267740" y="4557440"/>
                      <a:pt x="2963149" y="4595771"/>
                      <a:pt x="2700997" y="4572000"/>
                    </a:cubicBezTo>
                    <a:cubicBezTo>
                      <a:pt x="2438845" y="4548229"/>
                      <a:pt x="2400092" y="4544826"/>
                      <a:pt x="2113530" y="4572000"/>
                    </a:cubicBezTo>
                    <a:cubicBezTo>
                      <a:pt x="1826968" y="4599174"/>
                      <a:pt x="1791984" y="4591473"/>
                      <a:pt x="1613846" y="4572000"/>
                    </a:cubicBezTo>
                    <a:cubicBezTo>
                      <a:pt x="1435708" y="4552527"/>
                      <a:pt x="1248221" y="4593111"/>
                      <a:pt x="938596" y="4572000"/>
                    </a:cubicBezTo>
                    <a:cubicBezTo>
                      <a:pt x="628971" y="4550890"/>
                      <a:pt x="344974" y="4568050"/>
                      <a:pt x="0" y="4572000"/>
                    </a:cubicBezTo>
                    <a:cubicBezTo>
                      <a:pt x="12928" y="4421210"/>
                      <a:pt x="6037" y="4024138"/>
                      <a:pt x="0" y="3873137"/>
                    </a:cubicBezTo>
                    <a:cubicBezTo>
                      <a:pt x="-6037" y="3722136"/>
                      <a:pt x="-8605" y="3326022"/>
                      <a:pt x="0" y="3128554"/>
                    </a:cubicBezTo>
                    <a:cubicBezTo>
                      <a:pt x="8605" y="2931086"/>
                      <a:pt x="22194" y="2738330"/>
                      <a:pt x="0" y="2383971"/>
                    </a:cubicBezTo>
                    <a:cubicBezTo>
                      <a:pt x="-22194" y="2029612"/>
                      <a:pt x="1491" y="1947295"/>
                      <a:pt x="0" y="1730829"/>
                    </a:cubicBezTo>
                    <a:cubicBezTo>
                      <a:pt x="-1491" y="1514363"/>
                      <a:pt x="-17379" y="1441633"/>
                      <a:pt x="0" y="1214846"/>
                    </a:cubicBezTo>
                    <a:cubicBezTo>
                      <a:pt x="17379" y="988059"/>
                      <a:pt x="-10922" y="24465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E75152B1-56FB-36C4-A070-51BA76EE870B}"/>
                </a:ext>
              </a:extLst>
            </p:cNvPr>
            <p:cNvGrpSpPr/>
            <p:nvPr/>
          </p:nvGrpSpPr>
          <p:grpSpPr>
            <a:xfrm>
              <a:off x="1840756" y="1393334"/>
              <a:ext cx="8510486" cy="4071332"/>
              <a:chOff x="1825433" y="1423816"/>
              <a:chExt cx="8510486" cy="4071332"/>
            </a:xfrm>
          </p:grpSpPr>
          <p:pic>
            <p:nvPicPr>
              <p:cNvPr id="31" name="그림 30" descr="텍스트, 스크린샷, 디스플레이, 소프트웨어이(가) 표시된 사진&#10;&#10;자동 생성된 설명">
                <a:extLst>
                  <a:ext uri="{FF2B5EF4-FFF2-40B4-BE49-F238E27FC236}">
                    <a16:creationId xmlns:a16="http://schemas.microsoft.com/office/drawing/2014/main" id="{7A44965E-53D0-AB0A-EDF9-6082E59D6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25433" y="1423816"/>
                <a:ext cx="4212379" cy="4034078"/>
              </a:xfrm>
              <a:prstGeom prst="rect">
                <a:avLst/>
              </a:prstGeom>
            </p:spPr>
          </p:pic>
          <p:pic>
            <p:nvPicPr>
              <p:cNvPr id="32" name="그림 31" descr="텍스트, 스크린샷, 디스플레이, 소프트웨어이(가) 표시된 사진&#10;&#10;자동 생성된 설명">
                <a:extLst>
                  <a:ext uri="{FF2B5EF4-FFF2-40B4-BE49-F238E27FC236}">
                    <a16:creationId xmlns:a16="http://schemas.microsoft.com/office/drawing/2014/main" id="{A2E9A359-BE88-F363-025B-3C570B6B18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4" t="765" r="475" b="806"/>
              <a:stretch/>
            </p:blipFill>
            <p:spPr>
              <a:xfrm>
                <a:off x="6069316" y="1428891"/>
                <a:ext cx="4266603" cy="406625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94214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D6E137FB-8CD8-FA84-7948-26CA75326200}"/>
              </a:ext>
            </a:extLst>
          </p:cNvPr>
          <p:cNvGrpSpPr/>
          <p:nvPr/>
        </p:nvGrpSpPr>
        <p:grpSpPr>
          <a:xfrm>
            <a:off x="1604772" y="1470152"/>
            <a:ext cx="8982456" cy="3917696"/>
            <a:chOff x="1604772" y="1470152"/>
            <a:chExt cx="8982456" cy="39176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731F5B4-8B80-165D-E15B-2585292B4C19}"/>
                </a:ext>
              </a:extLst>
            </p:cNvPr>
            <p:cNvGrpSpPr/>
            <p:nvPr/>
          </p:nvGrpSpPr>
          <p:grpSpPr>
            <a:xfrm>
              <a:off x="1604772" y="1470152"/>
              <a:ext cx="8982456" cy="3917696"/>
              <a:chOff x="1604772" y="1405502"/>
              <a:chExt cx="8982456" cy="4071487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E6D61C00-E54A-BB8E-E0F1-9A3793F425C8}"/>
                  </a:ext>
                </a:extLst>
              </p:cNvPr>
              <p:cNvSpPr/>
              <p:nvPr/>
            </p:nvSpPr>
            <p:spPr>
              <a:xfrm>
                <a:off x="1604772" y="1405502"/>
                <a:ext cx="8982456" cy="4071487"/>
              </a:xfrm>
              <a:custGeom>
                <a:avLst/>
                <a:gdLst>
                  <a:gd name="connsiteX0" fmla="*/ 0 w 8982456"/>
                  <a:gd name="connsiteY0" fmla="*/ 0 h 3917696"/>
                  <a:gd name="connsiteX1" fmla="*/ 780783 w 8982456"/>
                  <a:gd name="connsiteY1" fmla="*/ 0 h 3917696"/>
                  <a:gd name="connsiteX2" fmla="*/ 1561565 w 8982456"/>
                  <a:gd name="connsiteY2" fmla="*/ 0 h 3917696"/>
                  <a:gd name="connsiteX3" fmla="*/ 2432173 w 8982456"/>
                  <a:gd name="connsiteY3" fmla="*/ 0 h 3917696"/>
                  <a:gd name="connsiteX4" fmla="*/ 3302780 w 8982456"/>
                  <a:gd name="connsiteY4" fmla="*/ 0 h 3917696"/>
                  <a:gd name="connsiteX5" fmla="*/ 3993738 w 8982456"/>
                  <a:gd name="connsiteY5" fmla="*/ 0 h 3917696"/>
                  <a:gd name="connsiteX6" fmla="*/ 4864345 w 8982456"/>
                  <a:gd name="connsiteY6" fmla="*/ 0 h 3917696"/>
                  <a:gd name="connsiteX7" fmla="*/ 5375654 w 8982456"/>
                  <a:gd name="connsiteY7" fmla="*/ 0 h 3917696"/>
                  <a:gd name="connsiteX8" fmla="*/ 6066613 w 8982456"/>
                  <a:gd name="connsiteY8" fmla="*/ 0 h 3917696"/>
                  <a:gd name="connsiteX9" fmla="*/ 6577922 w 8982456"/>
                  <a:gd name="connsiteY9" fmla="*/ 0 h 3917696"/>
                  <a:gd name="connsiteX10" fmla="*/ 7089231 w 8982456"/>
                  <a:gd name="connsiteY10" fmla="*/ 0 h 3917696"/>
                  <a:gd name="connsiteX11" fmla="*/ 7959838 w 8982456"/>
                  <a:gd name="connsiteY11" fmla="*/ 0 h 3917696"/>
                  <a:gd name="connsiteX12" fmla="*/ 8982456 w 8982456"/>
                  <a:gd name="connsiteY12" fmla="*/ 0 h 3917696"/>
                  <a:gd name="connsiteX13" fmla="*/ 8982456 w 8982456"/>
                  <a:gd name="connsiteY13" fmla="*/ 613772 h 3917696"/>
                  <a:gd name="connsiteX14" fmla="*/ 8982456 w 8982456"/>
                  <a:gd name="connsiteY14" fmla="*/ 1188368 h 3917696"/>
                  <a:gd name="connsiteX15" fmla="*/ 8982456 w 8982456"/>
                  <a:gd name="connsiteY15" fmla="*/ 1919671 h 3917696"/>
                  <a:gd name="connsiteX16" fmla="*/ 8982456 w 8982456"/>
                  <a:gd name="connsiteY16" fmla="*/ 2572620 h 3917696"/>
                  <a:gd name="connsiteX17" fmla="*/ 8982456 w 8982456"/>
                  <a:gd name="connsiteY17" fmla="*/ 3225570 h 3917696"/>
                  <a:gd name="connsiteX18" fmla="*/ 8982456 w 8982456"/>
                  <a:gd name="connsiteY18" fmla="*/ 3917696 h 3917696"/>
                  <a:gd name="connsiteX19" fmla="*/ 8381322 w 8982456"/>
                  <a:gd name="connsiteY19" fmla="*/ 3917696 h 3917696"/>
                  <a:gd name="connsiteX20" fmla="*/ 7510715 w 8982456"/>
                  <a:gd name="connsiteY20" fmla="*/ 3917696 h 3917696"/>
                  <a:gd name="connsiteX21" fmla="*/ 6729932 w 8982456"/>
                  <a:gd name="connsiteY21" fmla="*/ 3917696 h 3917696"/>
                  <a:gd name="connsiteX22" fmla="*/ 6308448 w 8982456"/>
                  <a:gd name="connsiteY22" fmla="*/ 3917696 h 3917696"/>
                  <a:gd name="connsiteX23" fmla="*/ 5617490 w 8982456"/>
                  <a:gd name="connsiteY23" fmla="*/ 3917696 h 3917696"/>
                  <a:gd name="connsiteX24" fmla="*/ 4746883 w 8982456"/>
                  <a:gd name="connsiteY24" fmla="*/ 3917696 h 3917696"/>
                  <a:gd name="connsiteX25" fmla="*/ 3876275 w 8982456"/>
                  <a:gd name="connsiteY25" fmla="*/ 3917696 h 3917696"/>
                  <a:gd name="connsiteX26" fmla="*/ 3275142 w 8982456"/>
                  <a:gd name="connsiteY26" fmla="*/ 3917696 h 3917696"/>
                  <a:gd name="connsiteX27" fmla="*/ 2584183 w 8982456"/>
                  <a:gd name="connsiteY27" fmla="*/ 3917696 h 3917696"/>
                  <a:gd name="connsiteX28" fmla="*/ 2162699 w 8982456"/>
                  <a:gd name="connsiteY28" fmla="*/ 3917696 h 3917696"/>
                  <a:gd name="connsiteX29" fmla="*/ 1651390 w 8982456"/>
                  <a:gd name="connsiteY29" fmla="*/ 3917696 h 3917696"/>
                  <a:gd name="connsiteX30" fmla="*/ 1050256 w 8982456"/>
                  <a:gd name="connsiteY30" fmla="*/ 3917696 h 3917696"/>
                  <a:gd name="connsiteX31" fmla="*/ 0 w 8982456"/>
                  <a:gd name="connsiteY31" fmla="*/ 3917696 h 3917696"/>
                  <a:gd name="connsiteX32" fmla="*/ 0 w 8982456"/>
                  <a:gd name="connsiteY32" fmla="*/ 3225570 h 3917696"/>
                  <a:gd name="connsiteX33" fmla="*/ 0 w 8982456"/>
                  <a:gd name="connsiteY33" fmla="*/ 2650974 h 3917696"/>
                  <a:gd name="connsiteX34" fmla="*/ 0 w 8982456"/>
                  <a:gd name="connsiteY34" fmla="*/ 2076379 h 3917696"/>
                  <a:gd name="connsiteX35" fmla="*/ 0 w 8982456"/>
                  <a:gd name="connsiteY35" fmla="*/ 1384253 h 3917696"/>
                  <a:gd name="connsiteX36" fmla="*/ 0 w 8982456"/>
                  <a:gd name="connsiteY36" fmla="*/ 692126 h 3917696"/>
                  <a:gd name="connsiteX37" fmla="*/ 0 w 8982456"/>
                  <a:gd name="connsiteY37" fmla="*/ 0 h 3917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982456" h="3917696" fill="none" extrusionOk="0">
                    <a:moveTo>
                      <a:pt x="0" y="0"/>
                    </a:moveTo>
                    <a:cubicBezTo>
                      <a:pt x="251166" y="-1504"/>
                      <a:pt x="499571" y="-3594"/>
                      <a:pt x="780783" y="0"/>
                    </a:cubicBezTo>
                    <a:cubicBezTo>
                      <a:pt x="1061995" y="3594"/>
                      <a:pt x="1225803" y="36003"/>
                      <a:pt x="1561565" y="0"/>
                    </a:cubicBezTo>
                    <a:cubicBezTo>
                      <a:pt x="1897327" y="-36003"/>
                      <a:pt x="2081208" y="21888"/>
                      <a:pt x="2432173" y="0"/>
                    </a:cubicBezTo>
                    <a:cubicBezTo>
                      <a:pt x="2783138" y="-21888"/>
                      <a:pt x="3090109" y="-6759"/>
                      <a:pt x="3302780" y="0"/>
                    </a:cubicBezTo>
                    <a:cubicBezTo>
                      <a:pt x="3515451" y="6759"/>
                      <a:pt x="3835671" y="-13670"/>
                      <a:pt x="3993738" y="0"/>
                    </a:cubicBezTo>
                    <a:cubicBezTo>
                      <a:pt x="4151805" y="13670"/>
                      <a:pt x="4504831" y="-31855"/>
                      <a:pt x="4864345" y="0"/>
                    </a:cubicBezTo>
                    <a:cubicBezTo>
                      <a:pt x="5223859" y="31855"/>
                      <a:pt x="5184257" y="-7867"/>
                      <a:pt x="5375654" y="0"/>
                    </a:cubicBezTo>
                    <a:cubicBezTo>
                      <a:pt x="5567051" y="7867"/>
                      <a:pt x="5880217" y="-32399"/>
                      <a:pt x="6066613" y="0"/>
                    </a:cubicBezTo>
                    <a:cubicBezTo>
                      <a:pt x="6253009" y="32399"/>
                      <a:pt x="6327869" y="534"/>
                      <a:pt x="6577922" y="0"/>
                    </a:cubicBezTo>
                    <a:cubicBezTo>
                      <a:pt x="6827975" y="-534"/>
                      <a:pt x="6971448" y="24390"/>
                      <a:pt x="7089231" y="0"/>
                    </a:cubicBezTo>
                    <a:cubicBezTo>
                      <a:pt x="7207014" y="-24390"/>
                      <a:pt x="7728683" y="14333"/>
                      <a:pt x="7959838" y="0"/>
                    </a:cubicBezTo>
                    <a:cubicBezTo>
                      <a:pt x="8190993" y="-14333"/>
                      <a:pt x="8766826" y="-36501"/>
                      <a:pt x="8982456" y="0"/>
                    </a:cubicBezTo>
                    <a:cubicBezTo>
                      <a:pt x="8997805" y="202906"/>
                      <a:pt x="9006932" y="362300"/>
                      <a:pt x="8982456" y="613772"/>
                    </a:cubicBezTo>
                    <a:cubicBezTo>
                      <a:pt x="8957980" y="865244"/>
                      <a:pt x="9004906" y="1059906"/>
                      <a:pt x="8982456" y="1188368"/>
                    </a:cubicBezTo>
                    <a:cubicBezTo>
                      <a:pt x="8960006" y="1316830"/>
                      <a:pt x="8994160" y="1743564"/>
                      <a:pt x="8982456" y="1919671"/>
                    </a:cubicBezTo>
                    <a:cubicBezTo>
                      <a:pt x="8970752" y="2095778"/>
                      <a:pt x="9010277" y="2430865"/>
                      <a:pt x="8982456" y="2572620"/>
                    </a:cubicBezTo>
                    <a:cubicBezTo>
                      <a:pt x="8954635" y="2714375"/>
                      <a:pt x="9000713" y="3059900"/>
                      <a:pt x="8982456" y="3225570"/>
                    </a:cubicBezTo>
                    <a:cubicBezTo>
                      <a:pt x="8964200" y="3391240"/>
                      <a:pt x="8951642" y="3608498"/>
                      <a:pt x="8982456" y="3917696"/>
                    </a:cubicBezTo>
                    <a:cubicBezTo>
                      <a:pt x="8791899" y="3906954"/>
                      <a:pt x="8527338" y="3937566"/>
                      <a:pt x="8381322" y="3917696"/>
                    </a:cubicBezTo>
                    <a:cubicBezTo>
                      <a:pt x="8235306" y="3897826"/>
                      <a:pt x="7892592" y="3914380"/>
                      <a:pt x="7510715" y="3917696"/>
                    </a:cubicBezTo>
                    <a:cubicBezTo>
                      <a:pt x="7128838" y="3921012"/>
                      <a:pt x="7011769" y="3888335"/>
                      <a:pt x="6729932" y="3917696"/>
                    </a:cubicBezTo>
                    <a:cubicBezTo>
                      <a:pt x="6448095" y="3947057"/>
                      <a:pt x="6456182" y="3932236"/>
                      <a:pt x="6308448" y="3917696"/>
                    </a:cubicBezTo>
                    <a:cubicBezTo>
                      <a:pt x="6160714" y="3903156"/>
                      <a:pt x="5778902" y="3883888"/>
                      <a:pt x="5617490" y="3917696"/>
                    </a:cubicBezTo>
                    <a:cubicBezTo>
                      <a:pt x="5456078" y="3951504"/>
                      <a:pt x="5142963" y="3914955"/>
                      <a:pt x="4746883" y="3917696"/>
                    </a:cubicBezTo>
                    <a:cubicBezTo>
                      <a:pt x="4350803" y="3920437"/>
                      <a:pt x="4189579" y="3956788"/>
                      <a:pt x="3876275" y="3917696"/>
                    </a:cubicBezTo>
                    <a:cubicBezTo>
                      <a:pt x="3562971" y="3878604"/>
                      <a:pt x="3456669" y="3892754"/>
                      <a:pt x="3275142" y="3917696"/>
                    </a:cubicBezTo>
                    <a:cubicBezTo>
                      <a:pt x="3093615" y="3942638"/>
                      <a:pt x="2798253" y="3912887"/>
                      <a:pt x="2584183" y="3917696"/>
                    </a:cubicBezTo>
                    <a:cubicBezTo>
                      <a:pt x="2370113" y="3922505"/>
                      <a:pt x="2262470" y="3913925"/>
                      <a:pt x="2162699" y="3917696"/>
                    </a:cubicBezTo>
                    <a:cubicBezTo>
                      <a:pt x="2062928" y="3921467"/>
                      <a:pt x="1862019" y="3933630"/>
                      <a:pt x="1651390" y="3917696"/>
                    </a:cubicBezTo>
                    <a:cubicBezTo>
                      <a:pt x="1440761" y="3901762"/>
                      <a:pt x="1289569" y="3924159"/>
                      <a:pt x="1050256" y="3917696"/>
                    </a:cubicBezTo>
                    <a:cubicBezTo>
                      <a:pt x="810943" y="3911233"/>
                      <a:pt x="276144" y="3925437"/>
                      <a:pt x="0" y="3917696"/>
                    </a:cubicBezTo>
                    <a:cubicBezTo>
                      <a:pt x="-23108" y="3636341"/>
                      <a:pt x="12019" y="3381623"/>
                      <a:pt x="0" y="3225570"/>
                    </a:cubicBezTo>
                    <a:cubicBezTo>
                      <a:pt x="-12019" y="3069517"/>
                      <a:pt x="-9925" y="2926107"/>
                      <a:pt x="0" y="2650974"/>
                    </a:cubicBezTo>
                    <a:cubicBezTo>
                      <a:pt x="9925" y="2375841"/>
                      <a:pt x="-24931" y="2241600"/>
                      <a:pt x="0" y="2076379"/>
                    </a:cubicBezTo>
                    <a:cubicBezTo>
                      <a:pt x="24931" y="1911159"/>
                      <a:pt x="18943" y="1644224"/>
                      <a:pt x="0" y="1384253"/>
                    </a:cubicBezTo>
                    <a:cubicBezTo>
                      <a:pt x="-18943" y="1124282"/>
                      <a:pt x="29687" y="1013274"/>
                      <a:pt x="0" y="692126"/>
                    </a:cubicBezTo>
                    <a:cubicBezTo>
                      <a:pt x="-29687" y="370978"/>
                      <a:pt x="26347" y="321503"/>
                      <a:pt x="0" y="0"/>
                    </a:cubicBezTo>
                    <a:close/>
                  </a:path>
                  <a:path w="8982456" h="3917696" stroke="0" extrusionOk="0">
                    <a:moveTo>
                      <a:pt x="0" y="0"/>
                    </a:moveTo>
                    <a:cubicBezTo>
                      <a:pt x="162617" y="-1284"/>
                      <a:pt x="336752" y="15650"/>
                      <a:pt x="601134" y="0"/>
                    </a:cubicBezTo>
                    <a:cubicBezTo>
                      <a:pt x="865516" y="-15650"/>
                      <a:pt x="1123312" y="5520"/>
                      <a:pt x="1292092" y="0"/>
                    </a:cubicBezTo>
                    <a:cubicBezTo>
                      <a:pt x="1460872" y="-5520"/>
                      <a:pt x="1599012" y="9768"/>
                      <a:pt x="1893225" y="0"/>
                    </a:cubicBezTo>
                    <a:cubicBezTo>
                      <a:pt x="2187438" y="-9768"/>
                      <a:pt x="2367560" y="-7555"/>
                      <a:pt x="2674008" y="0"/>
                    </a:cubicBezTo>
                    <a:cubicBezTo>
                      <a:pt x="2980456" y="7555"/>
                      <a:pt x="3076163" y="-6488"/>
                      <a:pt x="3454791" y="0"/>
                    </a:cubicBezTo>
                    <a:cubicBezTo>
                      <a:pt x="3833419" y="6488"/>
                      <a:pt x="3764257" y="6716"/>
                      <a:pt x="3876275" y="0"/>
                    </a:cubicBezTo>
                    <a:cubicBezTo>
                      <a:pt x="3988293" y="-6716"/>
                      <a:pt x="4161726" y="3786"/>
                      <a:pt x="4387584" y="0"/>
                    </a:cubicBezTo>
                    <a:cubicBezTo>
                      <a:pt x="4613442" y="-3786"/>
                      <a:pt x="4697195" y="-7866"/>
                      <a:pt x="4809069" y="0"/>
                    </a:cubicBezTo>
                    <a:cubicBezTo>
                      <a:pt x="4920944" y="7866"/>
                      <a:pt x="5411698" y="-28069"/>
                      <a:pt x="5679676" y="0"/>
                    </a:cubicBezTo>
                    <a:cubicBezTo>
                      <a:pt x="5947654" y="28069"/>
                      <a:pt x="5909975" y="2361"/>
                      <a:pt x="6101160" y="0"/>
                    </a:cubicBezTo>
                    <a:cubicBezTo>
                      <a:pt x="6292345" y="-2361"/>
                      <a:pt x="6397164" y="-19092"/>
                      <a:pt x="6612470" y="0"/>
                    </a:cubicBezTo>
                    <a:cubicBezTo>
                      <a:pt x="6827776" y="19092"/>
                      <a:pt x="7093512" y="17633"/>
                      <a:pt x="7483077" y="0"/>
                    </a:cubicBezTo>
                    <a:cubicBezTo>
                      <a:pt x="7872642" y="-17633"/>
                      <a:pt x="7944839" y="-8044"/>
                      <a:pt x="8174035" y="0"/>
                    </a:cubicBezTo>
                    <a:cubicBezTo>
                      <a:pt x="8403231" y="8044"/>
                      <a:pt x="8625143" y="-3665"/>
                      <a:pt x="8982456" y="0"/>
                    </a:cubicBezTo>
                    <a:cubicBezTo>
                      <a:pt x="8984489" y="297770"/>
                      <a:pt x="8962767" y="427950"/>
                      <a:pt x="8982456" y="613772"/>
                    </a:cubicBezTo>
                    <a:cubicBezTo>
                      <a:pt x="9002145" y="799594"/>
                      <a:pt x="8993397" y="1118689"/>
                      <a:pt x="8982456" y="1266722"/>
                    </a:cubicBezTo>
                    <a:cubicBezTo>
                      <a:pt x="8971516" y="1414755"/>
                      <a:pt x="8958613" y="1645278"/>
                      <a:pt x="8982456" y="1802140"/>
                    </a:cubicBezTo>
                    <a:cubicBezTo>
                      <a:pt x="9006299" y="1959002"/>
                      <a:pt x="9014294" y="2305583"/>
                      <a:pt x="8982456" y="2533443"/>
                    </a:cubicBezTo>
                    <a:cubicBezTo>
                      <a:pt x="8950618" y="2761303"/>
                      <a:pt x="8991779" y="3059550"/>
                      <a:pt x="8982456" y="3225570"/>
                    </a:cubicBezTo>
                    <a:cubicBezTo>
                      <a:pt x="8973133" y="3391590"/>
                      <a:pt x="9013982" y="3751429"/>
                      <a:pt x="8982456" y="3917696"/>
                    </a:cubicBezTo>
                    <a:cubicBezTo>
                      <a:pt x="8826900" y="3938118"/>
                      <a:pt x="8615606" y="3936023"/>
                      <a:pt x="8291498" y="3917696"/>
                    </a:cubicBezTo>
                    <a:cubicBezTo>
                      <a:pt x="7967390" y="3899369"/>
                      <a:pt x="7773955" y="3909836"/>
                      <a:pt x="7600540" y="3917696"/>
                    </a:cubicBezTo>
                    <a:cubicBezTo>
                      <a:pt x="7427125" y="3925556"/>
                      <a:pt x="7052915" y="3896233"/>
                      <a:pt x="6819757" y="3917696"/>
                    </a:cubicBezTo>
                    <a:cubicBezTo>
                      <a:pt x="6586599" y="3939159"/>
                      <a:pt x="6494412" y="3923353"/>
                      <a:pt x="6398273" y="3917696"/>
                    </a:cubicBezTo>
                    <a:cubicBezTo>
                      <a:pt x="6302134" y="3912039"/>
                      <a:pt x="6086313" y="3931005"/>
                      <a:pt x="5886963" y="3917696"/>
                    </a:cubicBezTo>
                    <a:cubicBezTo>
                      <a:pt x="5687613" y="3904388"/>
                      <a:pt x="5415347" y="3901789"/>
                      <a:pt x="5196005" y="3917696"/>
                    </a:cubicBezTo>
                    <a:cubicBezTo>
                      <a:pt x="4976663" y="3933603"/>
                      <a:pt x="4845242" y="3903711"/>
                      <a:pt x="4505047" y="3917696"/>
                    </a:cubicBezTo>
                    <a:cubicBezTo>
                      <a:pt x="4164852" y="3931681"/>
                      <a:pt x="3827419" y="3940142"/>
                      <a:pt x="3634440" y="3917696"/>
                    </a:cubicBezTo>
                    <a:cubicBezTo>
                      <a:pt x="3441461" y="3895250"/>
                      <a:pt x="3020616" y="3954403"/>
                      <a:pt x="2853657" y="3917696"/>
                    </a:cubicBezTo>
                    <a:cubicBezTo>
                      <a:pt x="2686698" y="3880989"/>
                      <a:pt x="2411618" y="3879177"/>
                      <a:pt x="2072874" y="3917696"/>
                    </a:cubicBezTo>
                    <a:cubicBezTo>
                      <a:pt x="1734130" y="3956215"/>
                      <a:pt x="1650290" y="3920757"/>
                      <a:pt x="1471741" y="3917696"/>
                    </a:cubicBezTo>
                    <a:cubicBezTo>
                      <a:pt x="1293192" y="3914635"/>
                      <a:pt x="1127821" y="3917995"/>
                      <a:pt x="960432" y="3917696"/>
                    </a:cubicBezTo>
                    <a:cubicBezTo>
                      <a:pt x="793043" y="3917397"/>
                      <a:pt x="389227" y="3963002"/>
                      <a:pt x="0" y="3917696"/>
                    </a:cubicBezTo>
                    <a:cubicBezTo>
                      <a:pt x="-20267" y="3690789"/>
                      <a:pt x="-2267" y="3485996"/>
                      <a:pt x="0" y="3264747"/>
                    </a:cubicBezTo>
                    <a:cubicBezTo>
                      <a:pt x="2267" y="3043498"/>
                      <a:pt x="-9494" y="2867796"/>
                      <a:pt x="0" y="2690151"/>
                    </a:cubicBezTo>
                    <a:cubicBezTo>
                      <a:pt x="9494" y="2512506"/>
                      <a:pt x="15708" y="2172656"/>
                      <a:pt x="0" y="1958848"/>
                    </a:cubicBezTo>
                    <a:cubicBezTo>
                      <a:pt x="-15708" y="1745040"/>
                      <a:pt x="-36076" y="1553594"/>
                      <a:pt x="0" y="1227545"/>
                    </a:cubicBezTo>
                    <a:cubicBezTo>
                      <a:pt x="36076" y="901496"/>
                      <a:pt x="-16700" y="708424"/>
                      <a:pt x="0" y="574595"/>
                    </a:cubicBezTo>
                    <a:cubicBezTo>
                      <a:pt x="16700" y="440766"/>
                      <a:pt x="-7575" y="15681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F42537A-1508-29F0-03E0-F7EDDC11D453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731551"/>
                  <a:gd name="connsiteX1" fmla="*/ 763032 w 8778240"/>
                  <a:gd name="connsiteY1" fmla="*/ 0 h 3731551"/>
                  <a:gd name="connsiteX2" fmla="*/ 1526063 w 8778240"/>
                  <a:gd name="connsiteY2" fmla="*/ 0 h 3731551"/>
                  <a:gd name="connsiteX3" fmla="*/ 2376877 w 8778240"/>
                  <a:gd name="connsiteY3" fmla="*/ 0 h 3731551"/>
                  <a:gd name="connsiteX4" fmla="*/ 3227691 w 8778240"/>
                  <a:gd name="connsiteY4" fmla="*/ 0 h 3731551"/>
                  <a:gd name="connsiteX5" fmla="*/ 3902941 w 8778240"/>
                  <a:gd name="connsiteY5" fmla="*/ 0 h 3731551"/>
                  <a:gd name="connsiteX6" fmla="*/ 4753755 w 8778240"/>
                  <a:gd name="connsiteY6" fmla="*/ 0 h 3731551"/>
                  <a:gd name="connsiteX7" fmla="*/ 5253439 w 8778240"/>
                  <a:gd name="connsiteY7" fmla="*/ 0 h 3731551"/>
                  <a:gd name="connsiteX8" fmla="*/ 5928688 w 8778240"/>
                  <a:gd name="connsiteY8" fmla="*/ 0 h 3731551"/>
                  <a:gd name="connsiteX9" fmla="*/ 6428373 w 8778240"/>
                  <a:gd name="connsiteY9" fmla="*/ 0 h 3731551"/>
                  <a:gd name="connsiteX10" fmla="*/ 6928057 w 8778240"/>
                  <a:gd name="connsiteY10" fmla="*/ 0 h 3731551"/>
                  <a:gd name="connsiteX11" fmla="*/ 7778871 w 8778240"/>
                  <a:gd name="connsiteY11" fmla="*/ 0 h 3731551"/>
                  <a:gd name="connsiteX12" fmla="*/ 8778240 w 8778240"/>
                  <a:gd name="connsiteY12" fmla="*/ 0 h 3731551"/>
                  <a:gd name="connsiteX13" fmla="*/ 8778240 w 8778240"/>
                  <a:gd name="connsiteY13" fmla="*/ 584610 h 3731551"/>
                  <a:gd name="connsiteX14" fmla="*/ 8778240 w 8778240"/>
                  <a:gd name="connsiteY14" fmla="*/ 1131904 h 3731551"/>
                  <a:gd name="connsiteX15" fmla="*/ 8778240 w 8778240"/>
                  <a:gd name="connsiteY15" fmla="*/ 1828460 h 3731551"/>
                  <a:gd name="connsiteX16" fmla="*/ 8778240 w 8778240"/>
                  <a:gd name="connsiteY16" fmla="*/ 2450385 h 3731551"/>
                  <a:gd name="connsiteX17" fmla="*/ 8778240 w 8778240"/>
                  <a:gd name="connsiteY17" fmla="*/ 3072310 h 3731551"/>
                  <a:gd name="connsiteX18" fmla="*/ 8778240 w 8778240"/>
                  <a:gd name="connsiteY18" fmla="*/ 3731551 h 3731551"/>
                  <a:gd name="connsiteX19" fmla="*/ 8190773 w 8778240"/>
                  <a:gd name="connsiteY19" fmla="*/ 3731551 h 3731551"/>
                  <a:gd name="connsiteX20" fmla="*/ 7339959 w 8778240"/>
                  <a:gd name="connsiteY20" fmla="*/ 3731551 h 3731551"/>
                  <a:gd name="connsiteX21" fmla="*/ 6576928 w 8778240"/>
                  <a:gd name="connsiteY21" fmla="*/ 3731551 h 3731551"/>
                  <a:gd name="connsiteX22" fmla="*/ 6165025 w 8778240"/>
                  <a:gd name="connsiteY22" fmla="*/ 3731551 h 3731551"/>
                  <a:gd name="connsiteX23" fmla="*/ 5489776 w 8778240"/>
                  <a:gd name="connsiteY23" fmla="*/ 3731551 h 3731551"/>
                  <a:gd name="connsiteX24" fmla="*/ 4638962 w 8778240"/>
                  <a:gd name="connsiteY24" fmla="*/ 3731551 h 3731551"/>
                  <a:gd name="connsiteX25" fmla="*/ 3788148 w 8778240"/>
                  <a:gd name="connsiteY25" fmla="*/ 3731551 h 3731551"/>
                  <a:gd name="connsiteX26" fmla="*/ 3200681 w 8778240"/>
                  <a:gd name="connsiteY26" fmla="*/ 3731551 h 3731551"/>
                  <a:gd name="connsiteX27" fmla="*/ 2525432 w 8778240"/>
                  <a:gd name="connsiteY27" fmla="*/ 3731551 h 3731551"/>
                  <a:gd name="connsiteX28" fmla="*/ 2113530 w 8778240"/>
                  <a:gd name="connsiteY28" fmla="*/ 3731551 h 3731551"/>
                  <a:gd name="connsiteX29" fmla="*/ 1613846 w 8778240"/>
                  <a:gd name="connsiteY29" fmla="*/ 3731551 h 3731551"/>
                  <a:gd name="connsiteX30" fmla="*/ 1026379 w 8778240"/>
                  <a:gd name="connsiteY30" fmla="*/ 3731551 h 3731551"/>
                  <a:gd name="connsiteX31" fmla="*/ 0 w 8778240"/>
                  <a:gd name="connsiteY31" fmla="*/ 3731551 h 3731551"/>
                  <a:gd name="connsiteX32" fmla="*/ 0 w 8778240"/>
                  <a:gd name="connsiteY32" fmla="*/ 3072310 h 3731551"/>
                  <a:gd name="connsiteX33" fmla="*/ 0 w 8778240"/>
                  <a:gd name="connsiteY33" fmla="*/ 2525016 h 3731551"/>
                  <a:gd name="connsiteX34" fmla="*/ 0 w 8778240"/>
                  <a:gd name="connsiteY34" fmla="*/ 1977722 h 3731551"/>
                  <a:gd name="connsiteX35" fmla="*/ 0 w 8778240"/>
                  <a:gd name="connsiteY35" fmla="*/ 1318481 h 3731551"/>
                  <a:gd name="connsiteX36" fmla="*/ 0 w 8778240"/>
                  <a:gd name="connsiteY36" fmla="*/ 659241 h 3731551"/>
                  <a:gd name="connsiteX37" fmla="*/ 0 w 8778240"/>
                  <a:gd name="connsiteY37" fmla="*/ 0 h 3731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731551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803301" y="167733"/>
                      <a:pt x="8751133" y="370845"/>
                      <a:pt x="8778240" y="584610"/>
                    </a:cubicBezTo>
                    <a:cubicBezTo>
                      <a:pt x="8805348" y="798375"/>
                      <a:pt x="8792388" y="995862"/>
                      <a:pt x="8778240" y="1131904"/>
                    </a:cubicBezTo>
                    <a:cubicBezTo>
                      <a:pt x="8764092" y="1267946"/>
                      <a:pt x="8756771" y="1684967"/>
                      <a:pt x="8778240" y="1828460"/>
                    </a:cubicBezTo>
                    <a:cubicBezTo>
                      <a:pt x="8799709" y="1971953"/>
                      <a:pt x="8802246" y="2167100"/>
                      <a:pt x="8778240" y="2450385"/>
                    </a:cubicBezTo>
                    <a:cubicBezTo>
                      <a:pt x="8754234" y="2733670"/>
                      <a:pt x="8772058" y="2872788"/>
                      <a:pt x="8778240" y="3072310"/>
                    </a:cubicBezTo>
                    <a:cubicBezTo>
                      <a:pt x="8784422" y="3271832"/>
                      <a:pt x="8780774" y="3529491"/>
                      <a:pt x="8778240" y="3731551"/>
                    </a:cubicBezTo>
                    <a:cubicBezTo>
                      <a:pt x="8608017" y="3702328"/>
                      <a:pt x="8430080" y="3706539"/>
                      <a:pt x="8190773" y="3731551"/>
                    </a:cubicBezTo>
                    <a:cubicBezTo>
                      <a:pt x="7951466" y="3756563"/>
                      <a:pt x="7758075" y="3773771"/>
                      <a:pt x="7339959" y="3731551"/>
                    </a:cubicBezTo>
                    <a:cubicBezTo>
                      <a:pt x="6921843" y="3689331"/>
                      <a:pt x="6956658" y="3696776"/>
                      <a:pt x="6576928" y="3731551"/>
                    </a:cubicBezTo>
                    <a:cubicBezTo>
                      <a:pt x="6197198" y="3766326"/>
                      <a:pt x="6288328" y="3713488"/>
                      <a:pt x="6165025" y="3731551"/>
                    </a:cubicBezTo>
                    <a:cubicBezTo>
                      <a:pt x="6041722" y="3749614"/>
                      <a:pt x="5713598" y="3710621"/>
                      <a:pt x="5489776" y="3731551"/>
                    </a:cubicBezTo>
                    <a:cubicBezTo>
                      <a:pt x="5265954" y="3752481"/>
                      <a:pt x="5015912" y="3723122"/>
                      <a:pt x="4638962" y="3731551"/>
                    </a:cubicBezTo>
                    <a:cubicBezTo>
                      <a:pt x="4262012" y="3739980"/>
                      <a:pt x="4060500" y="3691168"/>
                      <a:pt x="3788148" y="3731551"/>
                    </a:cubicBezTo>
                    <a:cubicBezTo>
                      <a:pt x="3515796" y="3771934"/>
                      <a:pt x="3355933" y="3728514"/>
                      <a:pt x="3200681" y="3731551"/>
                    </a:cubicBezTo>
                    <a:cubicBezTo>
                      <a:pt x="3045429" y="3734588"/>
                      <a:pt x="2688563" y="3735913"/>
                      <a:pt x="2525432" y="3731551"/>
                    </a:cubicBezTo>
                    <a:cubicBezTo>
                      <a:pt x="2362301" y="3727189"/>
                      <a:pt x="2241666" y="3720267"/>
                      <a:pt x="2113530" y="3731551"/>
                    </a:cubicBezTo>
                    <a:cubicBezTo>
                      <a:pt x="1985394" y="3742835"/>
                      <a:pt x="1747724" y="3732382"/>
                      <a:pt x="1613846" y="3731551"/>
                    </a:cubicBezTo>
                    <a:cubicBezTo>
                      <a:pt x="1479968" y="3730720"/>
                      <a:pt x="1147658" y="3747443"/>
                      <a:pt x="1026379" y="3731551"/>
                    </a:cubicBezTo>
                    <a:cubicBezTo>
                      <a:pt x="905100" y="3715659"/>
                      <a:pt x="288386" y="3754176"/>
                      <a:pt x="0" y="3731551"/>
                    </a:cubicBezTo>
                    <a:cubicBezTo>
                      <a:pt x="-31436" y="3524334"/>
                      <a:pt x="25317" y="3302591"/>
                      <a:pt x="0" y="3072310"/>
                    </a:cubicBezTo>
                    <a:cubicBezTo>
                      <a:pt x="-25317" y="2842029"/>
                      <a:pt x="26717" y="2642571"/>
                      <a:pt x="0" y="2525016"/>
                    </a:cubicBezTo>
                    <a:cubicBezTo>
                      <a:pt x="-26717" y="2407461"/>
                      <a:pt x="-13862" y="2109972"/>
                      <a:pt x="0" y="1977722"/>
                    </a:cubicBezTo>
                    <a:cubicBezTo>
                      <a:pt x="13862" y="1845472"/>
                      <a:pt x="-576" y="1488320"/>
                      <a:pt x="0" y="1318481"/>
                    </a:cubicBezTo>
                    <a:cubicBezTo>
                      <a:pt x="576" y="1148642"/>
                      <a:pt x="-25394" y="964042"/>
                      <a:pt x="0" y="659241"/>
                    </a:cubicBezTo>
                    <a:cubicBezTo>
                      <a:pt x="25394" y="354440"/>
                      <a:pt x="-13443" y="231399"/>
                      <a:pt x="0" y="0"/>
                    </a:cubicBezTo>
                    <a:close/>
                  </a:path>
                  <a:path w="8778240" h="3731551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803553" y="133067"/>
                      <a:pt x="8759298" y="345713"/>
                      <a:pt x="8778240" y="584610"/>
                    </a:cubicBezTo>
                    <a:cubicBezTo>
                      <a:pt x="8797183" y="823507"/>
                      <a:pt x="8808312" y="949502"/>
                      <a:pt x="8778240" y="1206535"/>
                    </a:cubicBezTo>
                    <a:cubicBezTo>
                      <a:pt x="8748168" y="1463568"/>
                      <a:pt x="8766253" y="1494066"/>
                      <a:pt x="8778240" y="1716513"/>
                    </a:cubicBezTo>
                    <a:cubicBezTo>
                      <a:pt x="8790227" y="1938960"/>
                      <a:pt x="8761881" y="2127119"/>
                      <a:pt x="8778240" y="2413070"/>
                    </a:cubicBezTo>
                    <a:cubicBezTo>
                      <a:pt x="8794599" y="2699021"/>
                      <a:pt x="8783826" y="2805302"/>
                      <a:pt x="8778240" y="3072310"/>
                    </a:cubicBezTo>
                    <a:cubicBezTo>
                      <a:pt x="8772654" y="3339318"/>
                      <a:pt x="8782202" y="3539128"/>
                      <a:pt x="8778240" y="3731551"/>
                    </a:cubicBezTo>
                    <a:cubicBezTo>
                      <a:pt x="8530089" y="3747023"/>
                      <a:pt x="8375845" y="3699635"/>
                      <a:pt x="8102991" y="3731551"/>
                    </a:cubicBezTo>
                    <a:cubicBezTo>
                      <a:pt x="7830137" y="3763467"/>
                      <a:pt x="7682111" y="3713434"/>
                      <a:pt x="7427742" y="3731551"/>
                    </a:cubicBezTo>
                    <a:cubicBezTo>
                      <a:pt x="7173373" y="3749668"/>
                      <a:pt x="6855401" y="3766401"/>
                      <a:pt x="6664710" y="3731551"/>
                    </a:cubicBezTo>
                    <a:cubicBezTo>
                      <a:pt x="6474019" y="3696701"/>
                      <a:pt x="6429193" y="3720500"/>
                      <a:pt x="6252808" y="3731551"/>
                    </a:cubicBezTo>
                    <a:cubicBezTo>
                      <a:pt x="6076423" y="3742602"/>
                      <a:pt x="5956840" y="3715845"/>
                      <a:pt x="5753123" y="3731551"/>
                    </a:cubicBezTo>
                    <a:cubicBezTo>
                      <a:pt x="5549407" y="3747257"/>
                      <a:pt x="5275273" y="3747373"/>
                      <a:pt x="5077874" y="3731551"/>
                    </a:cubicBezTo>
                    <a:cubicBezTo>
                      <a:pt x="4880475" y="3715729"/>
                      <a:pt x="4609616" y="3708237"/>
                      <a:pt x="4402625" y="3731551"/>
                    </a:cubicBezTo>
                    <a:cubicBezTo>
                      <a:pt x="4195634" y="3754865"/>
                      <a:pt x="3736630" y="3706614"/>
                      <a:pt x="3551811" y="3731551"/>
                    </a:cubicBezTo>
                    <a:cubicBezTo>
                      <a:pt x="3366992" y="3756488"/>
                      <a:pt x="2988813" y="3746618"/>
                      <a:pt x="2788779" y="3731551"/>
                    </a:cubicBezTo>
                    <a:cubicBezTo>
                      <a:pt x="2588745" y="3716484"/>
                      <a:pt x="2284517" y="3750417"/>
                      <a:pt x="2025748" y="3731551"/>
                    </a:cubicBezTo>
                    <a:cubicBezTo>
                      <a:pt x="1766979" y="3712685"/>
                      <a:pt x="1724843" y="3704377"/>
                      <a:pt x="1438281" y="3731551"/>
                    </a:cubicBezTo>
                    <a:cubicBezTo>
                      <a:pt x="1151719" y="3758725"/>
                      <a:pt x="1125112" y="3707748"/>
                      <a:pt x="938596" y="3731551"/>
                    </a:cubicBezTo>
                    <a:cubicBezTo>
                      <a:pt x="752080" y="3755354"/>
                      <a:pt x="269377" y="3762503"/>
                      <a:pt x="0" y="3731551"/>
                    </a:cubicBezTo>
                    <a:cubicBezTo>
                      <a:pt x="5634" y="3556634"/>
                      <a:pt x="285" y="3279719"/>
                      <a:pt x="0" y="3109626"/>
                    </a:cubicBezTo>
                    <a:cubicBezTo>
                      <a:pt x="-285" y="2939533"/>
                      <a:pt x="16238" y="2814698"/>
                      <a:pt x="0" y="2562332"/>
                    </a:cubicBezTo>
                    <a:cubicBezTo>
                      <a:pt x="-16238" y="2309966"/>
                      <a:pt x="-18344" y="2091796"/>
                      <a:pt x="0" y="1865776"/>
                    </a:cubicBezTo>
                    <a:cubicBezTo>
                      <a:pt x="18344" y="1639756"/>
                      <a:pt x="-14601" y="1489564"/>
                      <a:pt x="0" y="1169219"/>
                    </a:cubicBezTo>
                    <a:cubicBezTo>
                      <a:pt x="14601" y="848874"/>
                      <a:pt x="-2088" y="855494"/>
                      <a:pt x="0" y="547294"/>
                    </a:cubicBezTo>
                    <a:cubicBezTo>
                      <a:pt x="2088" y="239094"/>
                      <a:pt x="-22741" y="201131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1D883099-A1F5-F8AA-1A04-7C8860B2741D}"/>
                </a:ext>
              </a:extLst>
            </p:cNvPr>
            <p:cNvGrpSpPr/>
            <p:nvPr/>
          </p:nvGrpSpPr>
          <p:grpSpPr>
            <a:xfrm>
              <a:off x="1798140" y="1798028"/>
              <a:ext cx="8595720" cy="3261943"/>
              <a:chOff x="1828229" y="1733569"/>
              <a:chExt cx="8595720" cy="3261943"/>
            </a:xfrm>
          </p:grpSpPr>
          <p:pic>
            <p:nvPicPr>
              <p:cNvPr id="19" name="그림 18" descr="텍스트, 전자제품, 스크린샷, 소프트웨어이(가) 표시된 사진&#10;&#10;자동 생성된 설명">
                <a:extLst>
                  <a:ext uri="{FF2B5EF4-FFF2-40B4-BE49-F238E27FC236}">
                    <a16:creationId xmlns:a16="http://schemas.microsoft.com/office/drawing/2014/main" id="{A4417AB7-BC80-D59F-C250-3BE440F359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4" t="12275" r="595" b="9956"/>
              <a:stretch/>
            </p:blipFill>
            <p:spPr>
              <a:xfrm>
                <a:off x="6212653" y="1785236"/>
                <a:ext cx="4211296" cy="3158608"/>
              </a:xfrm>
              <a:prstGeom prst="rect">
                <a:avLst/>
              </a:prstGeom>
            </p:spPr>
          </p:pic>
          <p:pic>
            <p:nvPicPr>
              <p:cNvPr id="20" name="그림 19" descr="텍스트, 스크린샷, 소프트웨어, 컴퓨터이(가) 표시된 사진&#10;&#10;자동 생성된 설명">
                <a:extLst>
                  <a:ext uri="{FF2B5EF4-FFF2-40B4-BE49-F238E27FC236}">
                    <a16:creationId xmlns:a16="http://schemas.microsoft.com/office/drawing/2014/main" id="{F3FC7E32-B7B1-5781-7097-CA162C7D2C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6" t="14333" r="754" b="12121"/>
              <a:stretch/>
            </p:blipFill>
            <p:spPr>
              <a:xfrm>
                <a:off x="1828229" y="1733569"/>
                <a:ext cx="4323253" cy="326194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9803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9FE2C7F-6D93-F27D-3AE7-7DB38C7A812D}"/>
              </a:ext>
            </a:extLst>
          </p:cNvPr>
          <p:cNvGrpSpPr/>
          <p:nvPr/>
        </p:nvGrpSpPr>
        <p:grpSpPr>
          <a:xfrm>
            <a:off x="1604772" y="1470152"/>
            <a:ext cx="8982456" cy="3917696"/>
            <a:chOff x="1604772" y="1470152"/>
            <a:chExt cx="8982456" cy="39176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731F5B4-8B80-165D-E15B-2585292B4C19}"/>
                </a:ext>
              </a:extLst>
            </p:cNvPr>
            <p:cNvGrpSpPr/>
            <p:nvPr/>
          </p:nvGrpSpPr>
          <p:grpSpPr>
            <a:xfrm>
              <a:off x="1604772" y="1470152"/>
              <a:ext cx="8982456" cy="3917696"/>
              <a:chOff x="1604772" y="1405502"/>
              <a:chExt cx="8982456" cy="4071487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E6D61C00-E54A-BB8E-E0F1-9A3793F425C8}"/>
                  </a:ext>
                </a:extLst>
              </p:cNvPr>
              <p:cNvSpPr/>
              <p:nvPr/>
            </p:nvSpPr>
            <p:spPr>
              <a:xfrm>
                <a:off x="1604772" y="1405502"/>
                <a:ext cx="8982456" cy="4071487"/>
              </a:xfrm>
              <a:custGeom>
                <a:avLst/>
                <a:gdLst>
                  <a:gd name="connsiteX0" fmla="*/ 0 w 8982456"/>
                  <a:gd name="connsiteY0" fmla="*/ 0 h 4071487"/>
                  <a:gd name="connsiteX1" fmla="*/ 780783 w 8982456"/>
                  <a:gd name="connsiteY1" fmla="*/ 0 h 4071487"/>
                  <a:gd name="connsiteX2" fmla="*/ 1561565 w 8982456"/>
                  <a:gd name="connsiteY2" fmla="*/ 0 h 4071487"/>
                  <a:gd name="connsiteX3" fmla="*/ 2432173 w 8982456"/>
                  <a:gd name="connsiteY3" fmla="*/ 0 h 4071487"/>
                  <a:gd name="connsiteX4" fmla="*/ 3302780 w 8982456"/>
                  <a:gd name="connsiteY4" fmla="*/ 0 h 4071487"/>
                  <a:gd name="connsiteX5" fmla="*/ 3993738 w 8982456"/>
                  <a:gd name="connsiteY5" fmla="*/ 0 h 4071487"/>
                  <a:gd name="connsiteX6" fmla="*/ 4864345 w 8982456"/>
                  <a:gd name="connsiteY6" fmla="*/ 0 h 4071487"/>
                  <a:gd name="connsiteX7" fmla="*/ 5375654 w 8982456"/>
                  <a:gd name="connsiteY7" fmla="*/ 0 h 4071487"/>
                  <a:gd name="connsiteX8" fmla="*/ 6066613 w 8982456"/>
                  <a:gd name="connsiteY8" fmla="*/ 0 h 4071487"/>
                  <a:gd name="connsiteX9" fmla="*/ 6577922 w 8982456"/>
                  <a:gd name="connsiteY9" fmla="*/ 0 h 4071487"/>
                  <a:gd name="connsiteX10" fmla="*/ 7089231 w 8982456"/>
                  <a:gd name="connsiteY10" fmla="*/ 0 h 4071487"/>
                  <a:gd name="connsiteX11" fmla="*/ 7959838 w 8982456"/>
                  <a:gd name="connsiteY11" fmla="*/ 0 h 4071487"/>
                  <a:gd name="connsiteX12" fmla="*/ 8982456 w 8982456"/>
                  <a:gd name="connsiteY12" fmla="*/ 0 h 4071487"/>
                  <a:gd name="connsiteX13" fmla="*/ 8982456 w 8982456"/>
                  <a:gd name="connsiteY13" fmla="*/ 637866 h 4071487"/>
                  <a:gd name="connsiteX14" fmla="*/ 8982456 w 8982456"/>
                  <a:gd name="connsiteY14" fmla="*/ 1235018 h 4071487"/>
                  <a:gd name="connsiteX15" fmla="*/ 8982456 w 8982456"/>
                  <a:gd name="connsiteY15" fmla="*/ 1995029 h 4071487"/>
                  <a:gd name="connsiteX16" fmla="*/ 8982456 w 8982456"/>
                  <a:gd name="connsiteY16" fmla="*/ 2673610 h 4071487"/>
                  <a:gd name="connsiteX17" fmla="*/ 8982456 w 8982456"/>
                  <a:gd name="connsiteY17" fmla="*/ 3352191 h 4071487"/>
                  <a:gd name="connsiteX18" fmla="*/ 8982456 w 8982456"/>
                  <a:gd name="connsiteY18" fmla="*/ 4071487 h 4071487"/>
                  <a:gd name="connsiteX19" fmla="*/ 8381322 w 8982456"/>
                  <a:gd name="connsiteY19" fmla="*/ 4071487 h 4071487"/>
                  <a:gd name="connsiteX20" fmla="*/ 7510715 w 8982456"/>
                  <a:gd name="connsiteY20" fmla="*/ 4071487 h 4071487"/>
                  <a:gd name="connsiteX21" fmla="*/ 6729932 w 8982456"/>
                  <a:gd name="connsiteY21" fmla="*/ 4071487 h 4071487"/>
                  <a:gd name="connsiteX22" fmla="*/ 6308448 w 8982456"/>
                  <a:gd name="connsiteY22" fmla="*/ 4071487 h 4071487"/>
                  <a:gd name="connsiteX23" fmla="*/ 5617490 w 8982456"/>
                  <a:gd name="connsiteY23" fmla="*/ 4071487 h 4071487"/>
                  <a:gd name="connsiteX24" fmla="*/ 4746883 w 8982456"/>
                  <a:gd name="connsiteY24" fmla="*/ 4071487 h 4071487"/>
                  <a:gd name="connsiteX25" fmla="*/ 3876275 w 8982456"/>
                  <a:gd name="connsiteY25" fmla="*/ 4071487 h 4071487"/>
                  <a:gd name="connsiteX26" fmla="*/ 3275142 w 8982456"/>
                  <a:gd name="connsiteY26" fmla="*/ 4071487 h 4071487"/>
                  <a:gd name="connsiteX27" fmla="*/ 2584183 w 8982456"/>
                  <a:gd name="connsiteY27" fmla="*/ 4071487 h 4071487"/>
                  <a:gd name="connsiteX28" fmla="*/ 2162699 w 8982456"/>
                  <a:gd name="connsiteY28" fmla="*/ 4071487 h 4071487"/>
                  <a:gd name="connsiteX29" fmla="*/ 1651390 w 8982456"/>
                  <a:gd name="connsiteY29" fmla="*/ 4071487 h 4071487"/>
                  <a:gd name="connsiteX30" fmla="*/ 1050256 w 8982456"/>
                  <a:gd name="connsiteY30" fmla="*/ 4071487 h 4071487"/>
                  <a:gd name="connsiteX31" fmla="*/ 0 w 8982456"/>
                  <a:gd name="connsiteY31" fmla="*/ 4071487 h 4071487"/>
                  <a:gd name="connsiteX32" fmla="*/ 0 w 8982456"/>
                  <a:gd name="connsiteY32" fmla="*/ 3352191 h 4071487"/>
                  <a:gd name="connsiteX33" fmla="*/ 0 w 8982456"/>
                  <a:gd name="connsiteY33" fmla="*/ 2755040 h 4071487"/>
                  <a:gd name="connsiteX34" fmla="*/ 0 w 8982456"/>
                  <a:gd name="connsiteY34" fmla="*/ 2157888 h 4071487"/>
                  <a:gd name="connsiteX35" fmla="*/ 0 w 8982456"/>
                  <a:gd name="connsiteY35" fmla="*/ 1438592 h 4071487"/>
                  <a:gd name="connsiteX36" fmla="*/ 0 w 8982456"/>
                  <a:gd name="connsiteY36" fmla="*/ 719296 h 4071487"/>
                  <a:gd name="connsiteX37" fmla="*/ 0 w 8982456"/>
                  <a:gd name="connsiteY37" fmla="*/ 0 h 4071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982456" h="4071487" fill="none" extrusionOk="0">
                    <a:moveTo>
                      <a:pt x="0" y="0"/>
                    </a:moveTo>
                    <a:cubicBezTo>
                      <a:pt x="251166" y="-1504"/>
                      <a:pt x="499571" y="-3594"/>
                      <a:pt x="780783" y="0"/>
                    </a:cubicBezTo>
                    <a:cubicBezTo>
                      <a:pt x="1061995" y="3594"/>
                      <a:pt x="1225803" y="36003"/>
                      <a:pt x="1561565" y="0"/>
                    </a:cubicBezTo>
                    <a:cubicBezTo>
                      <a:pt x="1897327" y="-36003"/>
                      <a:pt x="2081208" y="21888"/>
                      <a:pt x="2432173" y="0"/>
                    </a:cubicBezTo>
                    <a:cubicBezTo>
                      <a:pt x="2783138" y="-21888"/>
                      <a:pt x="3090109" y="-6759"/>
                      <a:pt x="3302780" y="0"/>
                    </a:cubicBezTo>
                    <a:cubicBezTo>
                      <a:pt x="3515451" y="6759"/>
                      <a:pt x="3835671" y="-13670"/>
                      <a:pt x="3993738" y="0"/>
                    </a:cubicBezTo>
                    <a:cubicBezTo>
                      <a:pt x="4151805" y="13670"/>
                      <a:pt x="4504831" y="-31855"/>
                      <a:pt x="4864345" y="0"/>
                    </a:cubicBezTo>
                    <a:cubicBezTo>
                      <a:pt x="5223859" y="31855"/>
                      <a:pt x="5184257" y="-7867"/>
                      <a:pt x="5375654" y="0"/>
                    </a:cubicBezTo>
                    <a:cubicBezTo>
                      <a:pt x="5567051" y="7867"/>
                      <a:pt x="5880217" y="-32399"/>
                      <a:pt x="6066613" y="0"/>
                    </a:cubicBezTo>
                    <a:cubicBezTo>
                      <a:pt x="6253009" y="32399"/>
                      <a:pt x="6327869" y="534"/>
                      <a:pt x="6577922" y="0"/>
                    </a:cubicBezTo>
                    <a:cubicBezTo>
                      <a:pt x="6827975" y="-534"/>
                      <a:pt x="6971448" y="24390"/>
                      <a:pt x="7089231" y="0"/>
                    </a:cubicBezTo>
                    <a:cubicBezTo>
                      <a:pt x="7207014" y="-24390"/>
                      <a:pt x="7728683" y="14333"/>
                      <a:pt x="7959838" y="0"/>
                    </a:cubicBezTo>
                    <a:cubicBezTo>
                      <a:pt x="8190993" y="-14333"/>
                      <a:pt x="8766826" y="-36501"/>
                      <a:pt x="8982456" y="0"/>
                    </a:cubicBezTo>
                    <a:cubicBezTo>
                      <a:pt x="8986165" y="312631"/>
                      <a:pt x="9003672" y="366123"/>
                      <a:pt x="8982456" y="637866"/>
                    </a:cubicBezTo>
                    <a:cubicBezTo>
                      <a:pt x="8961240" y="909609"/>
                      <a:pt x="8986199" y="1068791"/>
                      <a:pt x="8982456" y="1235018"/>
                    </a:cubicBezTo>
                    <a:cubicBezTo>
                      <a:pt x="8978713" y="1401245"/>
                      <a:pt x="9015798" y="1794654"/>
                      <a:pt x="8982456" y="1995029"/>
                    </a:cubicBezTo>
                    <a:cubicBezTo>
                      <a:pt x="8949114" y="2195404"/>
                      <a:pt x="8959350" y="2518047"/>
                      <a:pt x="8982456" y="2673610"/>
                    </a:cubicBezTo>
                    <a:cubicBezTo>
                      <a:pt x="9005562" y="2829173"/>
                      <a:pt x="8969894" y="3018870"/>
                      <a:pt x="8982456" y="3352191"/>
                    </a:cubicBezTo>
                    <a:cubicBezTo>
                      <a:pt x="8995018" y="3685512"/>
                      <a:pt x="8993944" y="3729075"/>
                      <a:pt x="8982456" y="4071487"/>
                    </a:cubicBezTo>
                    <a:cubicBezTo>
                      <a:pt x="8791899" y="4060745"/>
                      <a:pt x="8527338" y="4091357"/>
                      <a:pt x="8381322" y="4071487"/>
                    </a:cubicBezTo>
                    <a:cubicBezTo>
                      <a:pt x="8235306" y="4051617"/>
                      <a:pt x="7892592" y="4068171"/>
                      <a:pt x="7510715" y="4071487"/>
                    </a:cubicBezTo>
                    <a:cubicBezTo>
                      <a:pt x="7128838" y="4074803"/>
                      <a:pt x="7011769" y="4042126"/>
                      <a:pt x="6729932" y="4071487"/>
                    </a:cubicBezTo>
                    <a:cubicBezTo>
                      <a:pt x="6448095" y="4100848"/>
                      <a:pt x="6456182" y="4086027"/>
                      <a:pt x="6308448" y="4071487"/>
                    </a:cubicBezTo>
                    <a:cubicBezTo>
                      <a:pt x="6160714" y="4056947"/>
                      <a:pt x="5778902" y="4037679"/>
                      <a:pt x="5617490" y="4071487"/>
                    </a:cubicBezTo>
                    <a:cubicBezTo>
                      <a:pt x="5456078" y="4105295"/>
                      <a:pt x="5142963" y="4068746"/>
                      <a:pt x="4746883" y="4071487"/>
                    </a:cubicBezTo>
                    <a:cubicBezTo>
                      <a:pt x="4350803" y="4074228"/>
                      <a:pt x="4189579" y="4110579"/>
                      <a:pt x="3876275" y="4071487"/>
                    </a:cubicBezTo>
                    <a:cubicBezTo>
                      <a:pt x="3562971" y="4032395"/>
                      <a:pt x="3456669" y="4046545"/>
                      <a:pt x="3275142" y="4071487"/>
                    </a:cubicBezTo>
                    <a:cubicBezTo>
                      <a:pt x="3093615" y="4096429"/>
                      <a:pt x="2798253" y="4066678"/>
                      <a:pt x="2584183" y="4071487"/>
                    </a:cubicBezTo>
                    <a:cubicBezTo>
                      <a:pt x="2370113" y="4076296"/>
                      <a:pt x="2262470" y="4067716"/>
                      <a:pt x="2162699" y="4071487"/>
                    </a:cubicBezTo>
                    <a:cubicBezTo>
                      <a:pt x="2062928" y="4075258"/>
                      <a:pt x="1862019" y="4087421"/>
                      <a:pt x="1651390" y="4071487"/>
                    </a:cubicBezTo>
                    <a:cubicBezTo>
                      <a:pt x="1440761" y="4055553"/>
                      <a:pt x="1289569" y="4077950"/>
                      <a:pt x="1050256" y="4071487"/>
                    </a:cubicBezTo>
                    <a:cubicBezTo>
                      <a:pt x="810943" y="4065024"/>
                      <a:pt x="276144" y="4079228"/>
                      <a:pt x="0" y="4071487"/>
                    </a:cubicBezTo>
                    <a:cubicBezTo>
                      <a:pt x="5429" y="3737108"/>
                      <a:pt x="33121" y="3515793"/>
                      <a:pt x="0" y="3352191"/>
                    </a:cubicBezTo>
                    <a:cubicBezTo>
                      <a:pt x="-33121" y="3188589"/>
                      <a:pt x="-23095" y="2965092"/>
                      <a:pt x="0" y="2755040"/>
                    </a:cubicBezTo>
                    <a:cubicBezTo>
                      <a:pt x="23095" y="2544988"/>
                      <a:pt x="-23566" y="2429418"/>
                      <a:pt x="0" y="2157888"/>
                    </a:cubicBezTo>
                    <a:cubicBezTo>
                      <a:pt x="23566" y="1886358"/>
                      <a:pt x="-22776" y="1700337"/>
                      <a:pt x="0" y="1438592"/>
                    </a:cubicBezTo>
                    <a:cubicBezTo>
                      <a:pt x="22776" y="1176847"/>
                      <a:pt x="22658" y="908121"/>
                      <a:pt x="0" y="719296"/>
                    </a:cubicBezTo>
                    <a:cubicBezTo>
                      <a:pt x="-22658" y="530471"/>
                      <a:pt x="30258" y="170099"/>
                      <a:pt x="0" y="0"/>
                    </a:cubicBezTo>
                    <a:close/>
                  </a:path>
                  <a:path w="8982456" h="4071487" stroke="0" extrusionOk="0">
                    <a:moveTo>
                      <a:pt x="0" y="0"/>
                    </a:moveTo>
                    <a:cubicBezTo>
                      <a:pt x="162617" y="-1284"/>
                      <a:pt x="336752" y="15650"/>
                      <a:pt x="601134" y="0"/>
                    </a:cubicBezTo>
                    <a:cubicBezTo>
                      <a:pt x="865516" y="-15650"/>
                      <a:pt x="1123312" y="5520"/>
                      <a:pt x="1292092" y="0"/>
                    </a:cubicBezTo>
                    <a:cubicBezTo>
                      <a:pt x="1460872" y="-5520"/>
                      <a:pt x="1599012" y="9768"/>
                      <a:pt x="1893225" y="0"/>
                    </a:cubicBezTo>
                    <a:cubicBezTo>
                      <a:pt x="2187438" y="-9768"/>
                      <a:pt x="2367560" y="-7555"/>
                      <a:pt x="2674008" y="0"/>
                    </a:cubicBezTo>
                    <a:cubicBezTo>
                      <a:pt x="2980456" y="7555"/>
                      <a:pt x="3076163" y="-6488"/>
                      <a:pt x="3454791" y="0"/>
                    </a:cubicBezTo>
                    <a:cubicBezTo>
                      <a:pt x="3833419" y="6488"/>
                      <a:pt x="3764257" y="6716"/>
                      <a:pt x="3876275" y="0"/>
                    </a:cubicBezTo>
                    <a:cubicBezTo>
                      <a:pt x="3988293" y="-6716"/>
                      <a:pt x="4161726" y="3786"/>
                      <a:pt x="4387584" y="0"/>
                    </a:cubicBezTo>
                    <a:cubicBezTo>
                      <a:pt x="4613442" y="-3786"/>
                      <a:pt x="4697195" y="-7866"/>
                      <a:pt x="4809069" y="0"/>
                    </a:cubicBezTo>
                    <a:cubicBezTo>
                      <a:pt x="4920944" y="7866"/>
                      <a:pt x="5411698" y="-28069"/>
                      <a:pt x="5679676" y="0"/>
                    </a:cubicBezTo>
                    <a:cubicBezTo>
                      <a:pt x="5947654" y="28069"/>
                      <a:pt x="5909975" y="2361"/>
                      <a:pt x="6101160" y="0"/>
                    </a:cubicBezTo>
                    <a:cubicBezTo>
                      <a:pt x="6292345" y="-2361"/>
                      <a:pt x="6397164" y="-19092"/>
                      <a:pt x="6612470" y="0"/>
                    </a:cubicBezTo>
                    <a:cubicBezTo>
                      <a:pt x="6827776" y="19092"/>
                      <a:pt x="7093512" y="17633"/>
                      <a:pt x="7483077" y="0"/>
                    </a:cubicBezTo>
                    <a:cubicBezTo>
                      <a:pt x="7872642" y="-17633"/>
                      <a:pt x="7944839" y="-8044"/>
                      <a:pt x="8174035" y="0"/>
                    </a:cubicBezTo>
                    <a:cubicBezTo>
                      <a:pt x="8403231" y="8044"/>
                      <a:pt x="8625143" y="-3665"/>
                      <a:pt x="8982456" y="0"/>
                    </a:cubicBezTo>
                    <a:cubicBezTo>
                      <a:pt x="8986004" y="276893"/>
                      <a:pt x="9014275" y="495707"/>
                      <a:pt x="8982456" y="637866"/>
                    </a:cubicBezTo>
                    <a:cubicBezTo>
                      <a:pt x="8950637" y="780025"/>
                      <a:pt x="8999286" y="1066227"/>
                      <a:pt x="8982456" y="1316447"/>
                    </a:cubicBezTo>
                    <a:cubicBezTo>
                      <a:pt x="8965626" y="1566667"/>
                      <a:pt x="8997108" y="1682961"/>
                      <a:pt x="8982456" y="1872884"/>
                    </a:cubicBezTo>
                    <a:cubicBezTo>
                      <a:pt x="8967804" y="2062807"/>
                      <a:pt x="8965849" y="2369452"/>
                      <a:pt x="8982456" y="2632895"/>
                    </a:cubicBezTo>
                    <a:cubicBezTo>
                      <a:pt x="8999063" y="2896338"/>
                      <a:pt x="8970541" y="3198263"/>
                      <a:pt x="8982456" y="3352191"/>
                    </a:cubicBezTo>
                    <a:cubicBezTo>
                      <a:pt x="8994371" y="3506119"/>
                      <a:pt x="8992047" y="3769698"/>
                      <a:pt x="8982456" y="4071487"/>
                    </a:cubicBezTo>
                    <a:cubicBezTo>
                      <a:pt x="8826900" y="4091909"/>
                      <a:pt x="8615606" y="4089814"/>
                      <a:pt x="8291498" y="4071487"/>
                    </a:cubicBezTo>
                    <a:cubicBezTo>
                      <a:pt x="7967390" y="4053160"/>
                      <a:pt x="7773955" y="4063627"/>
                      <a:pt x="7600540" y="4071487"/>
                    </a:cubicBezTo>
                    <a:cubicBezTo>
                      <a:pt x="7427125" y="4079347"/>
                      <a:pt x="7052915" y="4050024"/>
                      <a:pt x="6819757" y="4071487"/>
                    </a:cubicBezTo>
                    <a:cubicBezTo>
                      <a:pt x="6586599" y="4092950"/>
                      <a:pt x="6494412" y="4077144"/>
                      <a:pt x="6398273" y="4071487"/>
                    </a:cubicBezTo>
                    <a:cubicBezTo>
                      <a:pt x="6302134" y="4065830"/>
                      <a:pt x="6086313" y="4084796"/>
                      <a:pt x="5886963" y="4071487"/>
                    </a:cubicBezTo>
                    <a:cubicBezTo>
                      <a:pt x="5687613" y="4058179"/>
                      <a:pt x="5415347" y="4055580"/>
                      <a:pt x="5196005" y="4071487"/>
                    </a:cubicBezTo>
                    <a:cubicBezTo>
                      <a:pt x="4976663" y="4087394"/>
                      <a:pt x="4845242" y="4057502"/>
                      <a:pt x="4505047" y="4071487"/>
                    </a:cubicBezTo>
                    <a:cubicBezTo>
                      <a:pt x="4164852" y="4085472"/>
                      <a:pt x="3827419" y="4093933"/>
                      <a:pt x="3634440" y="4071487"/>
                    </a:cubicBezTo>
                    <a:cubicBezTo>
                      <a:pt x="3441461" y="4049041"/>
                      <a:pt x="3020616" y="4108194"/>
                      <a:pt x="2853657" y="4071487"/>
                    </a:cubicBezTo>
                    <a:cubicBezTo>
                      <a:pt x="2686698" y="4034780"/>
                      <a:pt x="2411618" y="4032968"/>
                      <a:pt x="2072874" y="4071487"/>
                    </a:cubicBezTo>
                    <a:cubicBezTo>
                      <a:pt x="1734130" y="4110006"/>
                      <a:pt x="1650290" y="4074548"/>
                      <a:pt x="1471741" y="4071487"/>
                    </a:cubicBezTo>
                    <a:cubicBezTo>
                      <a:pt x="1293192" y="4068426"/>
                      <a:pt x="1127821" y="4071786"/>
                      <a:pt x="960432" y="4071487"/>
                    </a:cubicBezTo>
                    <a:cubicBezTo>
                      <a:pt x="793043" y="4071188"/>
                      <a:pt x="389227" y="4116793"/>
                      <a:pt x="0" y="4071487"/>
                    </a:cubicBezTo>
                    <a:cubicBezTo>
                      <a:pt x="8510" y="3844684"/>
                      <a:pt x="-4868" y="3595585"/>
                      <a:pt x="0" y="3392906"/>
                    </a:cubicBezTo>
                    <a:cubicBezTo>
                      <a:pt x="4868" y="3190227"/>
                      <a:pt x="-10577" y="3062166"/>
                      <a:pt x="0" y="2795754"/>
                    </a:cubicBezTo>
                    <a:cubicBezTo>
                      <a:pt x="10577" y="2529342"/>
                      <a:pt x="-25593" y="2303875"/>
                      <a:pt x="0" y="2035744"/>
                    </a:cubicBezTo>
                    <a:cubicBezTo>
                      <a:pt x="25593" y="1767613"/>
                      <a:pt x="-25889" y="1634042"/>
                      <a:pt x="0" y="1275733"/>
                    </a:cubicBezTo>
                    <a:cubicBezTo>
                      <a:pt x="25889" y="917424"/>
                      <a:pt x="4391" y="866782"/>
                      <a:pt x="0" y="597151"/>
                    </a:cubicBezTo>
                    <a:cubicBezTo>
                      <a:pt x="-4391" y="327520"/>
                      <a:pt x="-16680" y="18902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F42537A-1508-29F0-03E0-F7EDDC11D453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F1F7E0A-5A2C-6054-1989-497585D7FB1A}"/>
                </a:ext>
              </a:extLst>
            </p:cNvPr>
            <p:cNvGrpSpPr/>
            <p:nvPr/>
          </p:nvGrpSpPr>
          <p:grpSpPr>
            <a:xfrm>
              <a:off x="1798139" y="1808067"/>
              <a:ext cx="8595721" cy="3241865"/>
              <a:chOff x="1798139" y="1818106"/>
              <a:chExt cx="8595721" cy="3241865"/>
            </a:xfrm>
          </p:grpSpPr>
          <p:pic>
            <p:nvPicPr>
              <p:cNvPr id="22" name="그림 21" descr="텍스트, 전자제품, 스크린샷, 소프트웨어이(가) 표시된 사진&#10;&#10;자동 생성된 설명">
                <a:extLst>
                  <a:ext uri="{FF2B5EF4-FFF2-40B4-BE49-F238E27FC236}">
                    <a16:creationId xmlns:a16="http://schemas.microsoft.com/office/drawing/2014/main" id="{0DDA6A25-A42B-CE0B-E2E2-C38EFED493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8" t="12357" r="743" b="10493"/>
              <a:stretch/>
            </p:blipFill>
            <p:spPr>
              <a:xfrm>
                <a:off x="1798139" y="1818106"/>
                <a:ext cx="4323253" cy="3241865"/>
              </a:xfrm>
              <a:prstGeom prst="rect">
                <a:avLst/>
              </a:prstGeom>
            </p:spPr>
          </p:pic>
          <p:pic>
            <p:nvPicPr>
              <p:cNvPr id="23" name="그림 22" descr="텍스트, 스크린샷, 소프트웨어, 컴퓨터 아이콘이(가) 표시된 사진&#10;&#10;자동 생성된 설명">
                <a:extLst>
                  <a:ext uri="{FF2B5EF4-FFF2-40B4-BE49-F238E27FC236}">
                    <a16:creationId xmlns:a16="http://schemas.microsoft.com/office/drawing/2014/main" id="{58557808-1466-E48C-9DBE-177C5591E8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1" t="12342" r="815" b="10316"/>
              <a:stretch/>
            </p:blipFill>
            <p:spPr>
              <a:xfrm>
                <a:off x="6182564" y="1849695"/>
                <a:ext cx="4211296" cy="316235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9152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EC5E0361-E096-4CC2-6A42-50126A9128A8}"/>
              </a:ext>
            </a:extLst>
          </p:cNvPr>
          <p:cNvGrpSpPr/>
          <p:nvPr/>
        </p:nvGrpSpPr>
        <p:grpSpPr>
          <a:xfrm>
            <a:off x="1604772" y="1470152"/>
            <a:ext cx="8982456" cy="3917696"/>
            <a:chOff x="1604772" y="1470152"/>
            <a:chExt cx="8982456" cy="39176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731F5B4-8B80-165D-E15B-2585292B4C19}"/>
                </a:ext>
              </a:extLst>
            </p:cNvPr>
            <p:cNvGrpSpPr/>
            <p:nvPr/>
          </p:nvGrpSpPr>
          <p:grpSpPr>
            <a:xfrm>
              <a:off x="1604772" y="1470152"/>
              <a:ext cx="8982456" cy="3917696"/>
              <a:chOff x="1604772" y="1405502"/>
              <a:chExt cx="8982456" cy="4071487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E6D61C00-E54A-BB8E-E0F1-9A3793F425C8}"/>
                  </a:ext>
                </a:extLst>
              </p:cNvPr>
              <p:cNvSpPr/>
              <p:nvPr/>
            </p:nvSpPr>
            <p:spPr>
              <a:xfrm>
                <a:off x="1604772" y="1405502"/>
                <a:ext cx="8982456" cy="4071487"/>
              </a:xfrm>
              <a:custGeom>
                <a:avLst/>
                <a:gdLst>
                  <a:gd name="connsiteX0" fmla="*/ 0 w 8982456"/>
                  <a:gd name="connsiteY0" fmla="*/ 0 h 4071487"/>
                  <a:gd name="connsiteX1" fmla="*/ 780783 w 8982456"/>
                  <a:gd name="connsiteY1" fmla="*/ 0 h 4071487"/>
                  <a:gd name="connsiteX2" fmla="*/ 1561565 w 8982456"/>
                  <a:gd name="connsiteY2" fmla="*/ 0 h 4071487"/>
                  <a:gd name="connsiteX3" fmla="*/ 2432173 w 8982456"/>
                  <a:gd name="connsiteY3" fmla="*/ 0 h 4071487"/>
                  <a:gd name="connsiteX4" fmla="*/ 3302780 w 8982456"/>
                  <a:gd name="connsiteY4" fmla="*/ 0 h 4071487"/>
                  <a:gd name="connsiteX5" fmla="*/ 3993738 w 8982456"/>
                  <a:gd name="connsiteY5" fmla="*/ 0 h 4071487"/>
                  <a:gd name="connsiteX6" fmla="*/ 4864345 w 8982456"/>
                  <a:gd name="connsiteY6" fmla="*/ 0 h 4071487"/>
                  <a:gd name="connsiteX7" fmla="*/ 5375654 w 8982456"/>
                  <a:gd name="connsiteY7" fmla="*/ 0 h 4071487"/>
                  <a:gd name="connsiteX8" fmla="*/ 6066613 w 8982456"/>
                  <a:gd name="connsiteY8" fmla="*/ 0 h 4071487"/>
                  <a:gd name="connsiteX9" fmla="*/ 6577922 w 8982456"/>
                  <a:gd name="connsiteY9" fmla="*/ 0 h 4071487"/>
                  <a:gd name="connsiteX10" fmla="*/ 7089231 w 8982456"/>
                  <a:gd name="connsiteY10" fmla="*/ 0 h 4071487"/>
                  <a:gd name="connsiteX11" fmla="*/ 7959838 w 8982456"/>
                  <a:gd name="connsiteY11" fmla="*/ 0 h 4071487"/>
                  <a:gd name="connsiteX12" fmla="*/ 8982456 w 8982456"/>
                  <a:gd name="connsiteY12" fmla="*/ 0 h 4071487"/>
                  <a:gd name="connsiteX13" fmla="*/ 8982456 w 8982456"/>
                  <a:gd name="connsiteY13" fmla="*/ 637866 h 4071487"/>
                  <a:gd name="connsiteX14" fmla="*/ 8982456 w 8982456"/>
                  <a:gd name="connsiteY14" fmla="*/ 1235018 h 4071487"/>
                  <a:gd name="connsiteX15" fmla="*/ 8982456 w 8982456"/>
                  <a:gd name="connsiteY15" fmla="*/ 1995029 h 4071487"/>
                  <a:gd name="connsiteX16" fmla="*/ 8982456 w 8982456"/>
                  <a:gd name="connsiteY16" fmla="*/ 2673610 h 4071487"/>
                  <a:gd name="connsiteX17" fmla="*/ 8982456 w 8982456"/>
                  <a:gd name="connsiteY17" fmla="*/ 3352191 h 4071487"/>
                  <a:gd name="connsiteX18" fmla="*/ 8982456 w 8982456"/>
                  <a:gd name="connsiteY18" fmla="*/ 4071487 h 4071487"/>
                  <a:gd name="connsiteX19" fmla="*/ 8381322 w 8982456"/>
                  <a:gd name="connsiteY19" fmla="*/ 4071487 h 4071487"/>
                  <a:gd name="connsiteX20" fmla="*/ 7510715 w 8982456"/>
                  <a:gd name="connsiteY20" fmla="*/ 4071487 h 4071487"/>
                  <a:gd name="connsiteX21" fmla="*/ 6729932 w 8982456"/>
                  <a:gd name="connsiteY21" fmla="*/ 4071487 h 4071487"/>
                  <a:gd name="connsiteX22" fmla="*/ 6308448 w 8982456"/>
                  <a:gd name="connsiteY22" fmla="*/ 4071487 h 4071487"/>
                  <a:gd name="connsiteX23" fmla="*/ 5617490 w 8982456"/>
                  <a:gd name="connsiteY23" fmla="*/ 4071487 h 4071487"/>
                  <a:gd name="connsiteX24" fmla="*/ 4746883 w 8982456"/>
                  <a:gd name="connsiteY24" fmla="*/ 4071487 h 4071487"/>
                  <a:gd name="connsiteX25" fmla="*/ 3876275 w 8982456"/>
                  <a:gd name="connsiteY25" fmla="*/ 4071487 h 4071487"/>
                  <a:gd name="connsiteX26" fmla="*/ 3275142 w 8982456"/>
                  <a:gd name="connsiteY26" fmla="*/ 4071487 h 4071487"/>
                  <a:gd name="connsiteX27" fmla="*/ 2584183 w 8982456"/>
                  <a:gd name="connsiteY27" fmla="*/ 4071487 h 4071487"/>
                  <a:gd name="connsiteX28" fmla="*/ 2162699 w 8982456"/>
                  <a:gd name="connsiteY28" fmla="*/ 4071487 h 4071487"/>
                  <a:gd name="connsiteX29" fmla="*/ 1651390 w 8982456"/>
                  <a:gd name="connsiteY29" fmla="*/ 4071487 h 4071487"/>
                  <a:gd name="connsiteX30" fmla="*/ 1050256 w 8982456"/>
                  <a:gd name="connsiteY30" fmla="*/ 4071487 h 4071487"/>
                  <a:gd name="connsiteX31" fmla="*/ 0 w 8982456"/>
                  <a:gd name="connsiteY31" fmla="*/ 4071487 h 4071487"/>
                  <a:gd name="connsiteX32" fmla="*/ 0 w 8982456"/>
                  <a:gd name="connsiteY32" fmla="*/ 3352191 h 4071487"/>
                  <a:gd name="connsiteX33" fmla="*/ 0 w 8982456"/>
                  <a:gd name="connsiteY33" fmla="*/ 2755040 h 4071487"/>
                  <a:gd name="connsiteX34" fmla="*/ 0 w 8982456"/>
                  <a:gd name="connsiteY34" fmla="*/ 2157888 h 4071487"/>
                  <a:gd name="connsiteX35" fmla="*/ 0 w 8982456"/>
                  <a:gd name="connsiteY35" fmla="*/ 1438592 h 4071487"/>
                  <a:gd name="connsiteX36" fmla="*/ 0 w 8982456"/>
                  <a:gd name="connsiteY36" fmla="*/ 719296 h 4071487"/>
                  <a:gd name="connsiteX37" fmla="*/ 0 w 8982456"/>
                  <a:gd name="connsiteY37" fmla="*/ 0 h 4071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982456" h="4071487" fill="none" extrusionOk="0">
                    <a:moveTo>
                      <a:pt x="0" y="0"/>
                    </a:moveTo>
                    <a:cubicBezTo>
                      <a:pt x="251166" y="-1504"/>
                      <a:pt x="499571" y="-3594"/>
                      <a:pt x="780783" y="0"/>
                    </a:cubicBezTo>
                    <a:cubicBezTo>
                      <a:pt x="1061995" y="3594"/>
                      <a:pt x="1225803" y="36003"/>
                      <a:pt x="1561565" y="0"/>
                    </a:cubicBezTo>
                    <a:cubicBezTo>
                      <a:pt x="1897327" y="-36003"/>
                      <a:pt x="2081208" y="21888"/>
                      <a:pt x="2432173" y="0"/>
                    </a:cubicBezTo>
                    <a:cubicBezTo>
                      <a:pt x="2783138" y="-21888"/>
                      <a:pt x="3090109" y="-6759"/>
                      <a:pt x="3302780" y="0"/>
                    </a:cubicBezTo>
                    <a:cubicBezTo>
                      <a:pt x="3515451" y="6759"/>
                      <a:pt x="3835671" y="-13670"/>
                      <a:pt x="3993738" y="0"/>
                    </a:cubicBezTo>
                    <a:cubicBezTo>
                      <a:pt x="4151805" y="13670"/>
                      <a:pt x="4504831" y="-31855"/>
                      <a:pt x="4864345" y="0"/>
                    </a:cubicBezTo>
                    <a:cubicBezTo>
                      <a:pt x="5223859" y="31855"/>
                      <a:pt x="5184257" y="-7867"/>
                      <a:pt x="5375654" y="0"/>
                    </a:cubicBezTo>
                    <a:cubicBezTo>
                      <a:pt x="5567051" y="7867"/>
                      <a:pt x="5880217" y="-32399"/>
                      <a:pt x="6066613" y="0"/>
                    </a:cubicBezTo>
                    <a:cubicBezTo>
                      <a:pt x="6253009" y="32399"/>
                      <a:pt x="6327869" y="534"/>
                      <a:pt x="6577922" y="0"/>
                    </a:cubicBezTo>
                    <a:cubicBezTo>
                      <a:pt x="6827975" y="-534"/>
                      <a:pt x="6971448" y="24390"/>
                      <a:pt x="7089231" y="0"/>
                    </a:cubicBezTo>
                    <a:cubicBezTo>
                      <a:pt x="7207014" y="-24390"/>
                      <a:pt x="7728683" y="14333"/>
                      <a:pt x="7959838" y="0"/>
                    </a:cubicBezTo>
                    <a:cubicBezTo>
                      <a:pt x="8190993" y="-14333"/>
                      <a:pt x="8766826" y="-36501"/>
                      <a:pt x="8982456" y="0"/>
                    </a:cubicBezTo>
                    <a:cubicBezTo>
                      <a:pt x="8986165" y="312631"/>
                      <a:pt x="9003672" y="366123"/>
                      <a:pt x="8982456" y="637866"/>
                    </a:cubicBezTo>
                    <a:cubicBezTo>
                      <a:pt x="8961240" y="909609"/>
                      <a:pt x="8986199" y="1068791"/>
                      <a:pt x="8982456" y="1235018"/>
                    </a:cubicBezTo>
                    <a:cubicBezTo>
                      <a:pt x="8978713" y="1401245"/>
                      <a:pt x="9015798" y="1794654"/>
                      <a:pt x="8982456" y="1995029"/>
                    </a:cubicBezTo>
                    <a:cubicBezTo>
                      <a:pt x="8949114" y="2195404"/>
                      <a:pt x="8959350" y="2518047"/>
                      <a:pt x="8982456" y="2673610"/>
                    </a:cubicBezTo>
                    <a:cubicBezTo>
                      <a:pt x="9005562" y="2829173"/>
                      <a:pt x="8969894" y="3018870"/>
                      <a:pt x="8982456" y="3352191"/>
                    </a:cubicBezTo>
                    <a:cubicBezTo>
                      <a:pt x="8995018" y="3685512"/>
                      <a:pt x="8993944" y="3729075"/>
                      <a:pt x="8982456" y="4071487"/>
                    </a:cubicBezTo>
                    <a:cubicBezTo>
                      <a:pt x="8791899" y="4060745"/>
                      <a:pt x="8527338" y="4091357"/>
                      <a:pt x="8381322" y="4071487"/>
                    </a:cubicBezTo>
                    <a:cubicBezTo>
                      <a:pt x="8235306" y="4051617"/>
                      <a:pt x="7892592" y="4068171"/>
                      <a:pt x="7510715" y="4071487"/>
                    </a:cubicBezTo>
                    <a:cubicBezTo>
                      <a:pt x="7128838" y="4074803"/>
                      <a:pt x="7011769" y="4042126"/>
                      <a:pt x="6729932" y="4071487"/>
                    </a:cubicBezTo>
                    <a:cubicBezTo>
                      <a:pt x="6448095" y="4100848"/>
                      <a:pt x="6456182" y="4086027"/>
                      <a:pt x="6308448" y="4071487"/>
                    </a:cubicBezTo>
                    <a:cubicBezTo>
                      <a:pt x="6160714" y="4056947"/>
                      <a:pt x="5778902" y="4037679"/>
                      <a:pt x="5617490" y="4071487"/>
                    </a:cubicBezTo>
                    <a:cubicBezTo>
                      <a:pt x="5456078" y="4105295"/>
                      <a:pt x="5142963" y="4068746"/>
                      <a:pt x="4746883" y="4071487"/>
                    </a:cubicBezTo>
                    <a:cubicBezTo>
                      <a:pt x="4350803" y="4074228"/>
                      <a:pt x="4189579" y="4110579"/>
                      <a:pt x="3876275" y="4071487"/>
                    </a:cubicBezTo>
                    <a:cubicBezTo>
                      <a:pt x="3562971" y="4032395"/>
                      <a:pt x="3456669" y="4046545"/>
                      <a:pt x="3275142" y="4071487"/>
                    </a:cubicBezTo>
                    <a:cubicBezTo>
                      <a:pt x="3093615" y="4096429"/>
                      <a:pt x="2798253" y="4066678"/>
                      <a:pt x="2584183" y="4071487"/>
                    </a:cubicBezTo>
                    <a:cubicBezTo>
                      <a:pt x="2370113" y="4076296"/>
                      <a:pt x="2262470" y="4067716"/>
                      <a:pt x="2162699" y="4071487"/>
                    </a:cubicBezTo>
                    <a:cubicBezTo>
                      <a:pt x="2062928" y="4075258"/>
                      <a:pt x="1862019" y="4087421"/>
                      <a:pt x="1651390" y="4071487"/>
                    </a:cubicBezTo>
                    <a:cubicBezTo>
                      <a:pt x="1440761" y="4055553"/>
                      <a:pt x="1289569" y="4077950"/>
                      <a:pt x="1050256" y="4071487"/>
                    </a:cubicBezTo>
                    <a:cubicBezTo>
                      <a:pt x="810943" y="4065024"/>
                      <a:pt x="276144" y="4079228"/>
                      <a:pt x="0" y="4071487"/>
                    </a:cubicBezTo>
                    <a:cubicBezTo>
                      <a:pt x="5429" y="3737108"/>
                      <a:pt x="33121" y="3515793"/>
                      <a:pt x="0" y="3352191"/>
                    </a:cubicBezTo>
                    <a:cubicBezTo>
                      <a:pt x="-33121" y="3188589"/>
                      <a:pt x="-23095" y="2965092"/>
                      <a:pt x="0" y="2755040"/>
                    </a:cubicBezTo>
                    <a:cubicBezTo>
                      <a:pt x="23095" y="2544988"/>
                      <a:pt x="-23566" y="2429418"/>
                      <a:pt x="0" y="2157888"/>
                    </a:cubicBezTo>
                    <a:cubicBezTo>
                      <a:pt x="23566" y="1886358"/>
                      <a:pt x="-22776" y="1700337"/>
                      <a:pt x="0" y="1438592"/>
                    </a:cubicBezTo>
                    <a:cubicBezTo>
                      <a:pt x="22776" y="1176847"/>
                      <a:pt x="22658" y="908121"/>
                      <a:pt x="0" y="719296"/>
                    </a:cubicBezTo>
                    <a:cubicBezTo>
                      <a:pt x="-22658" y="530471"/>
                      <a:pt x="30258" y="170099"/>
                      <a:pt x="0" y="0"/>
                    </a:cubicBezTo>
                    <a:close/>
                  </a:path>
                  <a:path w="8982456" h="4071487" stroke="0" extrusionOk="0">
                    <a:moveTo>
                      <a:pt x="0" y="0"/>
                    </a:moveTo>
                    <a:cubicBezTo>
                      <a:pt x="162617" y="-1284"/>
                      <a:pt x="336752" y="15650"/>
                      <a:pt x="601134" y="0"/>
                    </a:cubicBezTo>
                    <a:cubicBezTo>
                      <a:pt x="865516" y="-15650"/>
                      <a:pt x="1123312" y="5520"/>
                      <a:pt x="1292092" y="0"/>
                    </a:cubicBezTo>
                    <a:cubicBezTo>
                      <a:pt x="1460872" y="-5520"/>
                      <a:pt x="1599012" y="9768"/>
                      <a:pt x="1893225" y="0"/>
                    </a:cubicBezTo>
                    <a:cubicBezTo>
                      <a:pt x="2187438" y="-9768"/>
                      <a:pt x="2367560" y="-7555"/>
                      <a:pt x="2674008" y="0"/>
                    </a:cubicBezTo>
                    <a:cubicBezTo>
                      <a:pt x="2980456" y="7555"/>
                      <a:pt x="3076163" y="-6488"/>
                      <a:pt x="3454791" y="0"/>
                    </a:cubicBezTo>
                    <a:cubicBezTo>
                      <a:pt x="3833419" y="6488"/>
                      <a:pt x="3764257" y="6716"/>
                      <a:pt x="3876275" y="0"/>
                    </a:cubicBezTo>
                    <a:cubicBezTo>
                      <a:pt x="3988293" y="-6716"/>
                      <a:pt x="4161726" y="3786"/>
                      <a:pt x="4387584" y="0"/>
                    </a:cubicBezTo>
                    <a:cubicBezTo>
                      <a:pt x="4613442" y="-3786"/>
                      <a:pt x="4697195" y="-7866"/>
                      <a:pt x="4809069" y="0"/>
                    </a:cubicBezTo>
                    <a:cubicBezTo>
                      <a:pt x="4920944" y="7866"/>
                      <a:pt x="5411698" y="-28069"/>
                      <a:pt x="5679676" y="0"/>
                    </a:cubicBezTo>
                    <a:cubicBezTo>
                      <a:pt x="5947654" y="28069"/>
                      <a:pt x="5909975" y="2361"/>
                      <a:pt x="6101160" y="0"/>
                    </a:cubicBezTo>
                    <a:cubicBezTo>
                      <a:pt x="6292345" y="-2361"/>
                      <a:pt x="6397164" y="-19092"/>
                      <a:pt x="6612470" y="0"/>
                    </a:cubicBezTo>
                    <a:cubicBezTo>
                      <a:pt x="6827776" y="19092"/>
                      <a:pt x="7093512" y="17633"/>
                      <a:pt x="7483077" y="0"/>
                    </a:cubicBezTo>
                    <a:cubicBezTo>
                      <a:pt x="7872642" y="-17633"/>
                      <a:pt x="7944839" y="-8044"/>
                      <a:pt x="8174035" y="0"/>
                    </a:cubicBezTo>
                    <a:cubicBezTo>
                      <a:pt x="8403231" y="8044"/>
                      <a:pt x="8625143" y="-3665"/>
                      <a:pt x="8982456" y="0"/>
                    </a:cubicBezTo>
                    <a:cubicBezTo>
                      <a:pt x="8986004" y="276893"/>
                      <a:pt x="9014275" y="495707"/>
                      <a:pt x="8982456" y="637866"/>
                    </a:cubicBezTo>
                    <a:cubicBezTo>
                      <a:pt x="8950637" y="780025"/>
                      <a:pt x="8999286" y="1066227"/>
                      <a:pt x="8982456" y="1316447"/>
                    </a:cubicBezTo>
                    <a:cubicBezTo>
                      <a:pt x="8965626" y="1566667"/>
                      <a:pt x="8997108" y="1682961"/>
                      <a:pt x="8982456" y="1872884"/>
                    </a:cubicBezTo>
                    <a:cubicBezTo>
                      <a:pt x="8967804" y="2062807"/>
                      <a:pt x="8965849" y="2369452"/>
                      <a:pt x="8982456" y="2632895"/>
                    </a:cubicBezTo>
                    <a:cubicBezTo>
                      <a:pt x="8999063" y="2896338"/>
                      <a:pt x="8970541" y="3198263"/>
                      <a:pt x="8982456" y="3352191"/>
                    </a:cubicBezTo>
                    <a:cubicBezTo>
                      <a:pt x="8994371" y="3506119"/>
                      <a:pt x="8992047" y="3769698"/>
                      <a:pt x="8982456" y="4071487"/>
                    </a:cubicBezTo>
                    <a:cubicBezTo>
                      <a:pt x="8826900" y="4091909"/>
                      <a:pt x="8615606" y="4089814"/>
                      <a:pt x="8291498" y="4071487"/>
                    </a:cubicBezTo>
                    <a:cubicBezTo>
                      <a:pt x="7967390" y="4053160"/>
                      <a:pt x="7773955" y="4063627"/>
                      <a:pt x="7600540" y="4071487"/>
                    </a:cubicBezTo>
                    <a:cubicBezTo>
                      <a:pt x="7427125" y="4079347"/>
                      <a:pt x="7052915" y="4050024"/>
                      <a:pt x="6819757" y="4071487"/>
                    </a:cubicBezTo>
                    <a:cubicBezTo>
                      <a:pt x="6586599" y="4092950"/>
                      <a:pt x="6494412" y="4077144"/>
                      <a:pt x="6398273" y="4071487"/>
                    </a:cubicBezTo>
                    <a:cubicBezTo>
                      <a:pt x="6302134" y="4065830"/>
                      <a:pt x="6086313" y="4084796"/>
                      <a:pt x="5886963" y="4071487"/>
                    </a:cubicBezTo>
                    <a:cubicBezTo>
                      <a:pt x="5687613" y="4058179"/>
                      <a:pt x="5415347" y="4055580"/>
                      <a:pt x="5196005" y="4071487"/>
                    </a:cubicBezTo>
                    <a:cubicBezTo>
                      <a:pt x="4976663" y="4087394"/>
                      <a:pt x="4845242" y="4057502"/>
                      <a:pt x="4505047" y="4071487"/>
                    </a:cubicBezTo>
                    <a:cubicBezTo>
                      <a:pt x="4164852" y="4085472"/>
                      <a:pt x="3827419" y="4093933"/>
                      <a:pt x="3634440" y="4071487"/>
                    </a:cubicBezTo>
                    <a:cubicBezTo>
                      <a:pt x="3441461" y="4049041"/>
                      <a:pt x="3020616" y="4108194"/>
                      <a:pt x="2853657" y="4071487"/>
                    </a:cubicBezTo>
                    <a:cubicBezTo>
                      <a:pt x="2686698" y="4034780"/>
                      <a:pt x="2411618" y="4032968"/>
                      <a:pt x="2072874" y="4071487"/>
                    </a:cubicBezTo>
                    <a:cubicBezTo>
                      <a:pt x="1734130" y="4110006"/>
                      <a:pt x="1650290" y="4074548"/>
                      <a:pt x="1471741" y="4071487"/>
                    </a:cubicBezTo>
                    <a:cubicBezTo>
                      <a:pt x="1293192" y="4068426"/>
                      <a:pt x="1127821" y="4071786"/>
                      <a:pt x="960432" y="4071487"/>
                    </a:cubicBezTo>
                    <a:cubicBezTo>
                      <a:pt x="793043" y="4071188"/>
                      <a:pt x="389227" y="4116793"/>
                      <a:pt x="0" y="4071487"/>
                    </a:cubicBezTo>
                    <a:cubicBezTo>
                      <a:pt x="8510" y="3844684"/>
                      <a:pt x="-4868" y="3595585"/>
                      <a:pt x="0" y="3392906"/>
                    </a:cubicBezTo>
                    <a:cubicBezTo>
                      <a:pt x="4868" y="3190227"/>
                      <a:pt x="-10577" y="3062166"/>
                      <a:pt x="0" y="2795754"/>
                    </a:cubicBezTo>
                    <a:cubicBezTo>
                      <a:pt x="10577" y="2529342"/>
                      <a:pt x="-25593" y="2303875"/>
                      <a:pt x="0" y="2035744"/>
                    </a:cubicBezTo>
                    <a:cubicBezTo>
                      <a:pt x="25593" y="1767613"/>
                      <a:pt x="-25889" y="1634042"/>
                      <a:pt x="0" y="1275733"/>
                    </a:cubicBezTo>
                    <a:cubicBezTo>
                      <a:pt x="25889" y="917424"/>
                      <a:pt x="4391" y="866782"/>
                      <a:pt x="0" y="597151"/>
                    </a:cubicBezTo>
                    <a:cubicBezTo>
                      <a:pt x="-4391" y="327520"/>
                      <a:pt x="-16680" y="18902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F42537A-1508-29F0-03E0-F7EDDC11D453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4" name="그림 23" descr="텍스트, 전자제품, 스크린샷, 소프트웨어이(가) 표시된 사진&#10;&#10;자동 생성된 설명">
              <a:extLst>
                <a:ext uri="{FF2B5EF4-FFF2-40B4-BE49-F238E27FC236}">
                  <a16:creationId xmlns:a16="http://schemas.microsoft.com/office/drawing/2014/main" id="{A1E7784A-8326-91D1-31BF-5F2DABCB63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143" t="12468" r="1810" b="10701"/>
            <a:stretch/>
          </p:blipFill>
          <p:spPr>
            <a:xfrm>
              <a:off x="1798140" y="1792056"/>
              <a:ext cx="4354798" cy="3267916"/>
            </a:xfrm>
            <a:prstGeom prst="rect">
              <a:avLst/>
            </a:prstGeom>
          </p:spPr>
        </p:pic>
        <p:pic>
          <p:nvPicPr>
            <p:cNvPr id="25" name="그림 24" descr="텍스트, 전자제품, 스크린샷, 소프트웨어이(가) 표시된 사진&#10;&#10;자동 생성된 설명">
              <a:extLst>
                <a:ext uri="{FF2B5EF4-FFF2-40B4-BE49-F238E27FC236}">
                  <a16:creationId xmlns:a16="http://schemas.microsoft.com/office/drawing/2014/main" id="{BDDA736C-0453-3957-7F2D-12C9822188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78" t="12105" r="825" b="10302"/>
            <a:stretch/>
          </p:blipFill>
          <p:spPr>
            <a:xfrm>
              <a:off x="6188162" y="1836393"/>
              <a:ext cx="4205698" cy="3158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9490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5120F3D-3F26-5FEF-23C0-FD6A46783BDF}"/>
              </a:ext>
            </a:extLst>
          </p:cNvPr>
          <p:cNvGrpSpPr/>
          <p:nvPr/>
        </p:nvGrpSpPr>
        <p:grpSpPr>
          <a:xfrm>
            <a:off x="1604772" y="1470152"/>
            <a:ext cx="8982456" cy="3917696"/>
            <a:chOff x="1604772" y="1470152"/>
            <a:chExt cx="8982456" cy="39176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731F5B4-8B80-165D-E15B-2585292B4C19}"/>
                </a:ext>
              </a:extLst>
            </p:cNvPr>
            <p:cNvGrpSpPr/>
            <p:nvPr/>
          </p:nvGrpSpPr>
          <p:grpSpPr>
            <a:xfrm>
              <a:off x="1604772" y="1470152"/>
              <a:ext cx="8982456" cy="3917696"/>
              <a:chOff x="1604772" y="1405502"/>
              <a:chExt cx="8982456" cy="4071487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E6D61C00-E54A-BB8E-E0F1-9A3793F425C8}"/>
                  </a:ext>
                </a:extLst>
              </p:cNvPr>
              <p:cNvSpPr/>
              <p:nvPr/>
            </p:nvSpPr>
            <p:spPr>
              <a:xfrm>
                <a:off x="1604772" y="1405502"/>
                <a:ext cx="8982456" cy="4071487"/>
              </a:xfrm>
              <a:custGeom>
                <a:avLst/>
                <a:gdLst>
                  <a:gd name="connsiteX0" fmla="*/ 0 w 8982456"/>
                  <a:gd name="connsiteY0" fmla="*/ 0 h 4071487"/>
                  <a:gd name="connsiteX1" fmla="*/ 780783 w 8982456"/>
                  <a:gd name="connsiteY1" fmla="*/ 0 h 4071487"/>
                  <a:gd name="connsiteX2" fmla="*/ 1561565 w 8982456"/>
                  <a:gd name="connsiteY2" fmla="*/ 0 h 4071487"/>
                  <a:gd name="connsiteX3" fmla="*/ 2432173 w 8982456"/>
                  <a:gd name="connsiteY3" fmla="*/ 0 h 4071487"/>
                  <a:gd name="connsiteX4" fmla="*/ 3302780 w 8982456"/>
                  <a:gd name="connsiteY4" fmla="*/ 0 h 4071487"/>
                  <a:gd name="connsiteX5" fmla="*/ 3993738 w 8982456"/>
                  <a:gd name="connsiteY5" fmla="*/ 0 h 4071487"/>
                  <a:gd name="connsiteX6" fmla="*/ 4864345 w 8982456"/>
                  <a:gd name="connsiteY6" fmla="*/ 0 h 4071487"/>
                  <a:gd name="connsiteX7" fmla="*/ 5375654 w 8982456"/>
                  <a:gd name="connsiteY7" fmla="*/ 0 h 4071487"/>
                  <a:gd name="connsiteX8" fmla="*/ 6066613 w 8982456"/>
                  <a:gd name="connsiteY8" fmla="*/ 0 h 4071487"/>
                  <a:gd name="connsiteX9" fmla="*/ 6577922 w 8982456"/>
                  <a:gd name="connsiteY9" fmla="*/ 0 h 4071487"/>
                  <a:gd name="connsiteX10" fmla="*/ 7089231 w 8982456"/>
                  <a:gd name="connsiteY10" fmla="*/ 0 h 4071487"/>
                  <a:gd name="connsiteX11" fmla="*/ 7959838 w 8982456"/>
                  <a:gd name="connsiteY11" fmla="*/ 0 h 4071487"/>
                  <a:gd name="connsiteX12" fmla="*/ 8982456 w 8982456"/>
                  <a:gd name="connsiteY12" fmla="*/ 0 h 4071487"/>
                  <a:gd name="connsiteX13" fmla="*/ 8982456 w 8982456"/>
                  <a:gd name="connsiteY13" fmla="*/ 637866 h 4071487"/>
                  <a:gd name="connsiteX14" fmla="*/ 8982456 w 8982456"/>
                  <a:gd name="connsiteY14" fmla="*/ 1235018 h 4071487"/>
                  <a:gd name="connsiteX15" fmla="*/ 8982456 w 8982456"/>
                  <a:gd name="connsiteY15" fmla="*/ 1995029 h 4071487"/>
                  <a:gd name="connsiteX16" fmla="*/ 8982456 w 8982456"/>
                  <a:gd name="connsiteY16" fmla="*/ 2673610 h 4071487"/>
                  <a:gd name="connsiteX17" fmla="*/ 8982456 w 8982456"/>
                  <a:gd name="connsiteY17" fmla="*/ 3352191 h 4071487"/>
                  <a:gd name="connsiteX18" fmla="*/ 8982456 w 8982456"/>
                  <a:gd name="connsiteY18" fmla="*/ 4071487 h 4071487"/>
                  <a:gd name="connsiteX19" fmla="*/ 8381322 w 8982456"/>
                  <a:gd name="connsiteY19" fmla="*/ 4071487 h 4071487"/>
                  <a:gd name="connsiteX20" fmla="*/ 7510715 w 8982456"/>
                  <a:gd name="connsiteY20" fmla="*/ 4071487 h 4071487"/>
                  <a:gd name="connsiteX21" fmla="*/ 6729932 w 8982456"/>
                  <a:gd name="connsiteY21" fmla="*/ 4071487 h 4071487"/>
                  <a:gd name="connsiteX22" fmla="*/ 6308448 w 8982456"/>
                  <a:gd name="connsiteY22" fmla="*/ 4071487 h 4071487"/>
                  <a:gd name="connsiteX23" fmla="*/ 5617490 w 8982456"/>
                  <a:gd name="connsiteY23" fmla="*/ 4071487 h 4071487"/>
                  <a:gd name="connsiteX24" fmla="*/ 4746883 w 8982456"/>
                  <a:gd name="connsiteY24" fmla="*/ 4071487 h 4071487"/>
                  <a:gd name="connsiteX25" fmla="*/ 3876275 w 8982456"/>
                  <a:gd name="connsiteY25" fmla="*/ 4071487 h 4071487"/>
                  <a:gd name="connsiteX26" fmla="*/ 3275142 w 8982456"/>
                  <a:gd name="connsiteY26" fmla="*/ 4071487 h 4071487"/>
                  <a:gd name="connsiteX27" fmla="*/ 2584183 w 8982456"/>
                  <a:gd name="connsiteY27" fmla="*/ 4071487 h 4071487"/>
                  <a:gd name="connsiteX28" fmla="*/ 2162699 w 8982456"/>
                  <a:gd name="connsiteY28" fmla="*/ 4071487 h 4071487"/>
                  <a:gd name="connsiteX29" fmla="*/ 1651390 w 8982456"/>
                  <a:gd name="connsiteY29" fmla="*/ 4071487 h 4071487"/>
                  <a:gd name="connsiteX30" fmla="*/ 1050256 w 8982456"/>
                  <a:gd name="connsiteY30" fmla="*/ 4071487 h 4071487"/>
                  <a:gd name="connsiteX31" fmla="*/ 0 w 8982456"/>
                  <a:gd name="connsiteY31" fmla="*/ 4071487 h 4071487"/>
                  <a:gd name="connsiteX32" fmla="*/ 0 w 8982456"/>
                  <a:gd name="connsiteY32" fmla="*/ 3352191 h 4071487"/>
                  <a:gd name="connsiteX33" fmla="*/ 0 w 8982456"/>
                  <a:gd name="connsiteY33" fmla="*/ 2755040 h 4071487"/>
                  <a:gd name="connsiteX34" fmla="*/ 0 w 8982456"/>
                  <a:gd name="connsiteY34" fmla="*/ 2157888 h 4071487"/>
                  <a:gd name="connsiteX35" fmla="*/ 0 w 8982456"/>
                  <a:gd name="connsiteY35" fmla="*/ 1438592 h 4071487"/>
                  <a:gd name="connsiteX36" fmla="*/ 0 w 8982456"/>
                  <a:gd name="connsiteY36" fmla="*/ 719296 h 4071487"/>
                  <a:gd name="connsiteX37" fmla="*/ 0 w 8982456"/>
                  <a:gd name="connsiteY37" fmla="*/ 0 h 4071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982456" h="4071487" fill="none" extrusionOk="0">
                    <a:moveTo>
                      <a:pt x="0" y="0"/>
                    </a:moveTo>
                    <a:cubicBezTo>
                      <a:pt x="251166" y="-1504"/>
                      <a:pt x="499571" y="-3594"/>
                      <a:pt x="780783" y="0"/>
                    </a:cubicBezTo>
                    <a:cubicBezTo>
                      <a:pt x="1061995" y="3594"/>
                      <a:pt x="1225803" y="36003"/>
                      <a:pt x="1561565" y="0"/>
                    </a:cubicBezTo>
                    <a:cubicBezTo>
                      <a:pt x="1897327" y="-36003"/>
                      <a:pt x="2081208" y="21888"/>
                      <a:pt x="2432173" y="0"/>
                    </a:cubicBezTo>
                    <a:cubicBezTo>
                      <a:pt x="2783138" y="-21888"/>
                      <a:pt x="3090109" y="-6759"/>
                      <a:pt x="3302780" y="0"/>
                    </a:cubicBezTo>
                    <a:cubicBezTo>
                      <a:pt x="3515451" y="6759"/>
                      <a:pt x="3835671" y="-13670"/>
                      <a:pt x="3993738" y="0"/>
                    </a:cubicBezTo>
                    <a:cubicBezTo>
                      <a:pt x="4151805" y="13670"/>
                      <a:pt x="4504831" y="-31855"/>
                      <a:pt x="4864345" y="0"/>
                    </a:cubicBezTo>
                    <a:cubicBezTo>
                      <a:pt x="5223859" y="31855"/>
                      <a:pt x="5184257" y="-7867"/>
                      <a:pt x="5375654" y="0"/>
                    </a:cubicBezTo>
                    <a:cubicBezTo>
                      <a:pt x="5567051" y="7867"/>
                      <a:pt x="5880217" y="-32399"/>
                      <a:pt x="6066613" y="0"/>
                    </a:cubicBezTo>
                    <a:cubicBezTo>
                      <a:pt x="6253009" y="32399"/>
                      <a:pt x="6327869" y="534"/>
                      <a:pt x="6577922" y="0"/>
                    </a:cubicBezTo>
                    <a:cubicBezTo>
                      <a:pt x="6827975" y="-534"/>
                      <a:pt x="6971448" y="24390"/>
                      <a:pt x="7089231" y="0"/>
                    </a:cubicBezTo>
                    <a:cubicBezTo>
                      <a:pt x="7207014" y="-24390"/>
                      <a:pt x="7728683" y="14333"/>
                      <a:pt x="7959838" y="0"/>
                    </a:cubicBezTo>
                    <a:cubicBezTo>
                      <a:pt x="8190993" y="-14333"/>
                      <a:pt x="8766826" y="-36501"/>
                      <a:pt x="8982456" y="0"/>
                    </a:cubicBezTo>
                    <a:cubicBezTo>
                      <a:pt x="8986165" y="312631"/>
                      <a:pt x="9003672" y="366123"/>
                      <a:pt x="8982456" y="637866"/>
                    </a:cubicBezTo>
                    <a:cubicBezTo>
                      <a:pt x="8961240" y="909609"/>
                      <a:pt x="8986199" y="1068791"/>
                      <a:pt x="8982456" y="1235018"/>
                    </a:cubicBezTo>
                    <a:cubicBezTo>
                      <a:pt x="8978713" y="1401245"/>
                      <a:pt x="9015798" y="1794654"/>
                      <a:pt x="8982456" y="1995029"/>
                    </a:cubicBezTo>
                    <a:cubicBezTo>
                      <a:pt x="8949114" y="2195404"/>
                      <a:pt x="8959350" y="2518047"/>
                      <a:pt x="8982456" y="2673610"/>
                    </a:cubicBezTo>
                    <a:cubicBezTo>
                      <a:pt x="9005562" y="2829173"/>
                      <a:pt x="8969894" y="3018870"/>
                      <a:pt x="8982456" y="3352191"/>
                    </a:cubicBezTo>
                    <a:cubicBezTo>
                      <a:pt x="8995018" y="3685512"/>
                      <a:pt x="8993944" y="3729075"/>
                      <a:pt x="8982456" y="4071487"/>
                    </a:cubicBezTo>
                    <a:cubicBezTo>
                      <a:pt x="8791899" y="4060745"/>
                      <a:pt x="8527338" y="4091357"/>
                      <a:pt x="8381322" y="4071487"/>
                    </a:cubicBezTo>
                    <a:cubicBezTo>
                      <a:pt x="8235306" y="4051617"/>
                      <a:pt x="7892592" y="4068171"/>
                      <a:pt x="7510715" y="4071487"/>
                    </a:cubicBezTo>
                    <a:cubicBezTo>
                      <a:pt x="7128838" y="4074803"/>
                      <a:pt x="7011769" y="4042126"/>
                      <a:pt x="6729932" y="4071487"/>
                    </a:cubicBezTo>
                    <a:cubicBezTo>
                      <a:pt x="6448095" y="4100848"/>
                      <a:pt x="6456182" y="4086027"/>
                      <a:pt x="6308448" y="4071487"/>
                    </a:cubicBezTo>
                    <a:cubicBezTo>
                      <a:pt x="6160714" y="4056947"/>
                      <a:pt x="5778902" y="4037679"/>
                      <a:pt x="5617490" y="4071487"/>
                    </a:cubicBezTo>
                    <a:cubicBezTo>
                      <a:pt x="5456078" y="4105295"/>
                      <a:pt x="5142963" y="4068746"/>
                      <a:pt x="4746883" y="4071487"/>
                    </a:cubicBezTo>
                    <a:cubicBezTo>
                      <a:pt x="4350803" y="4074228"/>
                      <a:pt x="4189579" y="4110579"/>
                      <a:pt x="3876275" y="4071487"/>
                    </a:cubicBezTo>
                    <a:cubicBezTo>
                      <a:pt x="3562971" y="4032395"/>
                      <a:pt x="3456669" y="4046545"/>
                      <a:pt x="3275142" y="4071487"/>
                    </a:cubicBezTo>
                    <a:cubicBezTo>
                      <a:pt x="3093615" y="4096429"/>
                      <a:pt x="2798253" y="4066678"/>
                      <a:pt x="2584183" y="4071487"/>
                    </a:cubicBezTo>
                    <a:cubicBezTo>
                      <a:pt x="2370113" y="4076296"/>
                      <a:pt x="2262470" y="4067716"/>
                      <a:pt x="2162699" y="4071487"/>
                    </a:cubicBezTo>
                    <a:cubicBezTo>
                      <a:pt x="2062928" y="4075258"/>
                      <a:pt x="1862019" y="4087421"/>
                      <a:pt x="1651390" y="4071487"/>
                    </a:cubicBezTo>
                    <a:cubicBezTo>
                      <a:pt x="1440761" y="4055553"/>
                      <a:pt x="1289569" y="4077950"/>
                      <a:pt x="1050256" y="4071487"/>
                    </a:cubicBezTo>
                    <a:cubicBezTo>
                      <a:pt x="810943" y="4065024"/>
                      <a:pt x="276144" y="4079228"/>
                      <a:pt x="0" y="4071487"/>
                    </a:cubicBezTo>
                    <a:cubicBezTo>
                      <a:pt x="5429" y="3737108"/>
                      <a:pt x="33121" y="3515793"/>
                      <a:pt x="0" y="3352191"/>
                    </a:cubicBezTo>
                    <a:cubicBezTo>
                      <a:pt x="-33121" y="3188589"/>
                      <a:pt x="-23095" y="2965092"/>
                      <a:pt x="0" y="2755040"/>
                    </a:cubicBezTo>
                    <a:cubicBezTo>
                      <a:pt x="23095" y="2544988"/>
                      <a:pt x="-23566" y="2429418"/>
                      <a:pt x="0" y="2157888"/>
                    </a:cubicBezTo>
                    <a:cubicBezTo>
                      <a:pt x="23566" y="1886358"/>
                      <a:pt x="-22776" y="1700337"/>
                      <a:pt x="0" y="1438592"/>
                    </a:cubicBezTo>
                    <a:cubicBezTo>
                      <a:pt x="22776" y="1176847"/>
                      <a:pt x="22658" y="908121"/>
                      <a:pt x="0" y="719296"/>
                    </a:cubicBezTo>
                    <a:cubicBezTo>
                      <a:pt x="-22658" y="530471"/>
                      <a:pt x="30258" y="170099"/>
                      <a:pt x="0" y="0"/>
                    </a:cubicBezTo>
                    <a:close/>
                  </a:path>
                  <a:path w="8982456" h="4071487" stroke="0" extrusionOk="0">
                    <a:moveTo>
                      <a:pt x="0" y="0"/>
                    </a:moveTo>
                    <a:cubicBezTo>
                      <a:pt x="162617" y="-1284"/>
                      <a:pt x="336752" y="15650"/>
                      <a:pt x="601134" y="0"/>
                    </a:cubicBezTo>
                    <a:cubicBezTo>
                      <a:pt x="865516" y="-15650"/>
                      <a:pt x="1123312" y="5520"/>
                      <a:pt x="1292092" y="0"/>
                    </a:cubicBezTo>
                    <a:cubicBezTo>
                      <a:pt x="1460872" y="-5520"/>
                      <a:pt x="1599012" y="9768"/>
                      <a:pt x="1893225" y="0"/>
                    </a:cubicBezTo>
                    <a:cubicBezTo>
                      <a:pt x="2187438" y="-9768"/>
                      <a:pt x="2367560" y="-7555"/>
                      <a:pt x="2674008" y="0"/>
                    </a:cubicBezTo>
                    <a:cubicBezTo>
                      <a:pt x="2980456" y="7555"/>
                      <a:pt x="3076163" y="-6488"/>
                      <a:pt x="3454791" y="0"/>
                    </a:cubicBezTo>
                    <a:cubicBezTo>
                      <a:pt x="3833419" y="6488"/>
                      <a:pt x="3764257" y="6716"/>
                      <a:pt x="3876275" y="0"/>
                    </a:cubicBezTo>
                    <a:cubicBezTo>
                      <a:pt x="3988293" y="-6716"/>
                      <a:pt x="4161726" y="3786"/>
                      <a:pt x="4387584" y="0"/>
                    </a:cubicBezTo>
                    <a:cubicBezTo>
                      <a:pt x="4613442" y="-3786"/>
                      <a:pt x="4697195" y="-7866"/>
                      <a:pt x="4809069" y="0"/>
                    </a:cubicBezTo>
                    <a:cubicBezTo>
                      <a:pt x="4920944" y="7866"/>
                      <a:pt x="5411698" y="-28069"/>
                      <a:pt x="5679676" y="0"/>
                    </a:cubicBezTo>
                    <a:cubicBezTo>
                      <a:pt x="5947654" y="28069"/>
                      <a:pt x="5909975" y="2361"/>
                      <a:pt x="6101160" y="0"/>
                    </a:cubicBezTo>
                    <a:cubicBezTo>
                      <a:pt x="6292345" y="-2361"/>
                      <a:pt x="6397164" y="-19092"/>
                      <a:pt x="6612470" y="0"/>
                    </a:cubicBezTo>
                    <a:cubicBezTo>
                      <a:pt x="6827776" y="19092"/>
                      <a:pt x="7093512" y="17633"/>
                      <a:pt x="7483077" y="0"/>
                    </a:cubicBezTo>
                    <a:cubicBezTo>
                      <a:pt x="7872642" y="-17633"/>
                      <a:pt x="7944839" y="-8044"/>
                      <a:pt x="8174035" y="0"/>
                    </a:cubicBezTo>
                    <a:cubicBezTo>
                      <a:pt x="8403231" y="8044"/>
                      <a:pt x="8625143" y="-3665"/>
                      <a:pt x="8982456" y="0"/>
                    </a:cubicBezTo>
                    <a:cubicBezTo>
                      <a:pt x="8986004" y="276893"/>
                      <a:pt x="9014275" y="495707"/>
                      <a:pt x="8982456" y="637866"/>
                    </a:cubicBezTo>
                    <a:cubicBezTo>
                      <a:pt x="8950637" y="780025"/>
                      <a:pt x="8999286" y="1066227"/>
                      <a:pt x="8982456" y="1316447"/>
                    </a:cubicBezTo>
                    <a:cubicBezTo>
                      <a:pt x="8965626" y="1566667"/>
                      <a:pt x="8997108" y="1682961"/>
                      <a:pt x="8982456" y="1872884"/>
                    </a:cubicBezTo>
                    <a:cubicBezTo>
                      <a:pt x="8967804" y="2062807"/>
                      <a:pt x="8965849" y="2369452"/>
                      <a:pt x="8982456" y="2632895"/>
                    </a:cubicBezTo>
                    <a:cubicBezTo>
                      <a:pt x="8999063" y="2896338"/>
                      <a:pt x="8970541" y="3198263"/>
                      <a:pt x="8982456" y="3352191"/>
                    </a:cubicBezTo>
                    <a:cubicBezTo>
                      <a:pt x="8994371" y="3506119"/>
                      <a:pt x="8992047" y="3769698"/>
                      <a:pt x="8982456" y="4071487"/>
                    </a:cubicBezTo>
                    <a:cubicBezTo>
                      <a:pt x="8826900" y="4091909"/>
                      <a:pt x="8615606" y="4089814"/>
                      <a:pt x="8291498" y="4071487"/>
                    </a:cubicBezTo>
                    <a:cubicBezTo>
                      <a:pt x="7967390" y="4053160"/>
                      <a:pt x="7773955" y="4063627"/>
                      <a:pt x="7600540" y="4071487"/>
                    </a:cubicBezTo>
                    <a:cubicBezTo>
                      <a:pt x="7427125" y="4079347"/>
                      <a:pt x="7052915" y="4050024"/>
                      <a:pt x="6819757" y="4071487"/>
                    </a:cubicBezTo>
                    <a:cubicBezTo>
                      <a:pt x="6586599" y="4092950"/>
                      <a:pt x="6494412" y="4077144"/>
                      <a:pt x="6398273" y="4071487"/>
                    </a:cubicBezTo>
                    <a:cubicBezTo>
                      <a:pt x="6302134" y="4065830"/>
                      <a:pt x="6086313" y="4084796"/>
                      <a:pt x="5886963" y="4071487"/>
                    </a:cubicBezTo>
                    <a:cubicBezTo>
                      <a:pt x="5687613" y="4058179"/>
                      <a:pt x="5415347" y="4055580"/>
                      <a:pt x="5196005" y="4071487"/>
                    </a:cubicBezTo>
                    <a:cubicBezTo>
                      <a:pt x="4976663" y="4087394"/>
                      <a:pt x="4845242" y="4057502"/>
                      <a:pt x="4505047" y="4071487"/>
                    </a:cubicBezTo>
                    <a:cubicBezTo>
                      <a:pt x="4164852" y="4085472"/>
                      <a:pt x="3827419" y="4093933"/>
                      <a:pt x="3634440" y="4071487"/>
                    </a:cubicBezTo>
                    <a:cubicBezTo>
                      <a:pt x="3441461" y="4049041"/>
                      <a:pt x="3020616" y="4108194"/>
                      <a:pt x="2853657" y="4071487"/>
                    </a:cubicBezTo>
                    <a:cubicBezTo>
                      <a:pt x="2686698" y="4034780"/>
                      <a:pt x="2411618" y="4032968"/>
                      <a:pt x="2072874" y="4071487"/>
                    </a:cubicBezTo>
                    <a:cubicBezTo>
                      <a:pt x="1734130" y="4110006"/>
                      <a:pt x="1650290" y="4074548"/>
                      <a:pt x="1471741" y="4071487"/>
                    </a:cubicBezTo>
                    <a:cubicBezTo>
                      <a:pt x="1293192" y="4068426"/>
                      <a:pt x="1127821" y="4071786"/>
                      <a:pt x="960432" y="4071487"/>
                    </a:cubicBezTo>
                    <a:cubicBezTo>
                      <a:pt x="793043" y="4071188"/>
                      <a:pt x="389227" y="4116793"/>
                      <a:pt x="0" y="4071487"/>
                    </a:cubicBezTo>
                    <a:cubicBezTo>
                      <a:pt x="8510" y="3844684"/>
                      <a:pt x="-4868" y="3595585"/>
                      <a:pt x="0" y="3392906"/>
                    </a:cubicBezTo>
                    <a:cubicBezTo>
                      <a:pt x="4868" y="3190227"/>
                      <a:pt x="-10577" y="3062166"/>
                      <a:pt x="0" y="2795754"/>
                    </a:cubicBezTo>
                    <a:cubicBezTo>
                      <a:pt x="10577" y="2529342"/>
                      <a:pt x="-25593" y="2303875"/>
                      <a:pt x="0" y="2035744"/>
                    </a:cubicBezTo>
                    <a:cubicBezTo>
                      <a:pt x="25593" y="1767613"/>
                      <a:pt x="-25889" y="1634042"/>
                      <a:pt x="0" y="1275733"/>
                    </a:cubicBezTo>
                    <a:cubicBezTo>
                      <a:pt x="25889" y="917424"/>
                      <a:pt x="4391" y="866782"/>
                      <a:pt x="0" y="597151"/>
                    </a:cubicBezTo>
                    <a:cubicBezTo>
                      <a:pt x="-4391" y="327520"/>
                      <a:pt x="-16680" y="18902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F42537A-1508-29F0-03E0-F7EDDC11D453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6" name="그림 25" descr="텍스트, 전자제품, 스크린샷, 소프트웨어이(가) 표시된 사진&#10;&#10;자동 생성된 설명">
              <a:extLst>
                <a:ext uri="{FF2B5EF4-FFF2-40B4-BE49-F238E27FC236}">
                  <a16:creationId xmlns:a16="http://schemas.microsoft.com/office/drawing/2014/main" id="{C44C73F4-70A7-CDCE-1EDC-29C4086F1E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09" t="12590" r="638" b="10164"/>
            <a:stretch/>
          </p:blipFill>
          <p:spPr>
            <a:xfrm>
              <a:off x="1798140" y="1798028"/>
              <a:ext cx="4347989" cy="3261943"/>
            </a:xfrm>
            <a:prstGeom prst="rect">
              <a:avLst/>
            </a:prstGeom>
          </p:spPr>
        </p:pic>
        <p:pic>
          <p:nvPicPr>
            <p:cNvPr id="4" name="그림 3" descr="텍스트, 전자제품, 스크린샷, 소프트웨어이(가) 표시된 사진&#10;&#10;자동 생성된 설명">
              <a:extLst>
                <a:ext uri="{FF2B5EF4-FFF2-40B4-BE49-F238E27FC236}">
                  <a16:creationId xmlns:a16="http://schemas.microsoft.com/office/drawing/2014/main" id="{C665DE71-A129-11AF-B66D-71D09C422F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07" t="12303" r="1059" b="10633"/>
            <a:stretch/>
          </p:blipFill>
          <p:spPr>
            <a:xfrm>
              <a:off x="6182564" y="1839656"/>
              <a:ext cx="4232782" cy="31623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4912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5BAF4C0-92CE-B6DB-9D98-6966BCEF0F99}"/>
              </a:ext>
            </a:extLst>
          </p:cNvPr>
          <p:cNvGrpSpPr/>
          <p:nvPr/>
        </p:nvGrpSpPr>
        <p:grpSpPr>
          <a:xfrm>
            <a:off x="1604772" y="1470152"/>
            <a:ext cx="8982456" cy="3917696"/>
            <a:chOff x="1604772" y="1470152"/>
            <a:chExt cx="8982456" cy="39176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731F5B4-8B80-165D-E15B-2585292B4C19}"/>
                </a:ext>
              </a:extLst>
            </p:cNvPr>
            <p:cNvGrpSpPr/>
            <p:nvPr/>
          </p:nvGrpSpPr>
          <p:grpSpPr>
            <a:xfrm>
              <a:off x="1604772" y="1470152"/>
              <a:ext cx="8982456" cy="3917696"/>
              <a:chOff x="1604772" y="1405502"/>
              <a:chExt cx="8982456" cy="4071487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E6D61C00-E54A-BB8E-E0F1-9A3793F425C8}"/>
                  </a:ext>
                </a:extLst>
              </p:cNvPr>
              <p:cNvSpPr/>
              <p:nvPr/>
            </p:nvSpPr>
            <p:spPr>
              <a:xfrm>
                <a:off x="1604772" y="1405502"/>
                <a:ext cx="8982456" cy="4071487"/>
              </a:xfrm>
              <a:custGeom>
                <a:avLst/>
                <a:gdLst>
                  <a:gd name="connsiteX0" fmla="*/ 0 w 8982456"/>
                  <a:gd name="connsiteY0" fmla="*/ 0 h 4071487"/>
                  <a:gd name="connsiteX1" fmla="*/ 780783 w 8982456"/>
                  <a:gd name="connsiteY1" fmla="*/ 0 h 4071487"/>
                  <a:gd name="connsiteX2" fmla="*/ 1561565 w 8982456"/>
                  <a:gd name="connsiteY2" fmla="*/ 0 h 4071487"/>
                  <a:gd name="connsiteX3" fmla="*/ 2432173 w 8982456"/>
                  <a:gd name="connsiteY3" fmla="*/ 0 h 4071487"/>
                  <a:gd name="connsiteX4" fmla="*/ 3302780 w 8982456"/>
                  <a:gd name="connsiteY4" fmla="*/ 0 h 4071487"/>
                  <a:gd name="connsiteX5" fmla="*/ 3993738 w 8982456"/>
                  <a:gd name="connsiteY5" fmla="*/ 0 h 4071487"/>
                  <a:gd name="connsiteX6" fmla="*/ 4864345 w 8982456"/>
                  <a:gd name="connsiteY6" fmla="*/ 0 h 4071487"/>
                  <a:gd name="connsiteX7" fmla="*/ 5375654 w 8982456"/>
                  <a:gd name="connsiteY7" fmla="*/ 0 h 4071487"/>
                  <a:gd name="connsiteX8" fmla="*/ 6066613 w 8982456"/>
                  <a:gd name="connsiteY8" fmla="*/ 0 h 4071487"/>
                  <a:gd name="connsiteX9" fmla="*/ 6577922 w 8982456"/>
                  <a:gd name="connsiteY9" fmla="*/ 0 h 4071487"/>
                  <a:gd name="connsiteX10" fmla="*/ 7089231 w 8982456"/>
                  <a:gd name="connsiteY10" fmla="*/ 0 h 4071487"/>
                  <a:gd name="connsiteX11" fmla="*/ 7959838 w 8982456"/>
                  <a:gd name="connsiteY11" fmla="*/ 0 h 4071487"/>
                  <a:gd name="connsiteX12" fmla="*/ 8982456 w 8982456"/>
                  <a:gd name="connsiteY12" fmla="*/ 0 h 4071487"/>
                  <a:gd name="connsiteX13" fmla="*/ 8982456 w 8982456"/>
                  <a:gd name="connsiteY13" fmla="*/ 637866 h 4071487"/>
                  <a:gd name="connsiteX14" fmla="*/ 8982456 w 8982456"/>
                  <a:gd name="connsiteY14" fmla="*/ 1235018 h 4071487"/>
                  <a:gd name="connsiteX15" fmla="*/ 8982456 w 8982456"/>
                  <a:gd name="connsiteY15" fmla="*/ 1995029 h 4071487"/>
                  <a:gd name="connsiteX16" fmla="*/ 8982456 w 8982456"/>
                  <a:gd name="connsiteY16" fmla="*/ 2673610 h 4071487"/>
                  <a:gd name="connsiteX17" fmla="*/ 8982456 w 8982456"/>
                  <a:gd name="connsiteY17" fmla="*/ 3352191 h 4071487"/>
                  <a:gd name="connsiteX18" fmla="*/ 8982456 w 8982456"/>
                  <a:gd name="connsiteY18" fmla="*/ 4071487 h 4071487"/>
                  <a:gd name="connsiteX19" fmla="*/ 8381322 w 8982456"/>
                  <a:gd name="connsiteY19" fmla="*/ 4071487 h 4071487"/>
                  <a:gd name="connsiteX20" fmla="*/ 7510715 w 8982456"/>
                  <a:gd name="connsiteY20" fmla="*/ 4071487 h 4071487"/>
                  <a:gd name="connsiteX21" fmla="*/ 6729932 w 8982456"/>
                  <a:gd name="connsiteY21" fmla="*/ 4071487 h 4071487"/>
                  <a:gd name="connsiteX22" fmla="*/ 6308448 w 8982456"/>
                  <a:gd name="connsiteY22" fmla="*/ 4071487 h 4071487"/>
                  <a:gd name="connsiteX23" fmla="*/ 5617490 w 8982456"/>
                  <a:gd name="connsiteY23" fmla="*/ 4071487 h 4071487"/>
                  <a:gd name="connsiteX24" fmla="*/ 4746883 w 8982456"/>
                  <a:gd name="connsiteY24" fmla="*/ 4071487 h 4071487"/>
                  <a:gd name="connsiteX25" fmla="*/ 3876275 w 8982456"/>
                  <a:gd name="connsiteY25" fmla="*/ 4071487 h 4071487"/>
                  <a:gd name="connsiteX26" fmla="*/ 3275142 w 8982456"/>
                  <a:gd name="connsiteY26" fmla="*/ 4071487 h 4071487"/>
                  <a:gd name="connsiteX27" fmla="*/ 2584183 w 8982456"/>
                  <a:gd name="connsiteY27" fmla="*/ 4071487 h 4071487"/>
                  <a:gd name="connsiteX28" fmla="*/ 2162699 w 8982456"/>
                  <a:gd name="connsiteY28" fmla="*/ 4071487 h 4071487"/>
                  <a:gd name="connsiteX29" fmla="*/ 1651390 w 8982456"/>
                  <a:gd name="connsiteY29" fmla="*/ 4071487 h 4071487"/>
                  <a:gd name="connsiteX30" fmla="*/ 1050256 w 8982456"/>
                  <a:gd name="connsiteY30" fmla="*/ 4071487 h 4071487"/>
                  <a:gd name="connsiteX31" fmla="*/ 0 w 8982456"/>
                  <a:gd name="connsiteY31" fmla="*/ 4071487 h 4071487"/>
                  <a:gd name="connsiteX32" fmla="*/ 0 w 8982456"/>
                  <a:gd name="connsiteY32" fmla="*/ 3352191 h 4071487"/>
                  <a:gd name="connsiteX33" fmla="*/ 0 w 8982456"/>
                  <a:gd name="connsiteY33" fmla="*/ 2755040 h 4071487"/>
                  <a:gd name="connsiteX34" fmla="*/ 0 w 8982456"/>
                  <a:gd name="connsiteY34" fmla="*/ 2157888 h 4071487"/>
                  <a:gd name="connsiteX35" fmla="*/ 0 w 8982456"/>
                  <a:gd name="connsiteY35" fmla="*/ 1438592 h 4071487"/>
                  <a:gd name="connsiteX36" fmla="*/ 0 w 8982456"/>
                  <a:gd name="connsiteY36" fmla="*/ 719296 h 4071487"/>
                  <a:gd name="connsiteX37" fmla="*/ 0 w 8982456"/>
                  <a:gd name="connsiteY37" fmla="*/ 0 h 4071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982456" h="4071487" fill="none" extrusionOk="0">
                    <a:moveTo>
                      <a:pt x="0" y="0"/>
                    </a:moveTo>
                    <a:cubicBezTo>
                      <a:pt x="251166" y="-1504"/>
                      <a:pt x="499571" y="-3594"/>
                      <a:pt x="780783" y="0"/>
                    </a:cubicBezTo>
                    <a:cubicBezTo>
                      <a:pt x="1061995" y="3594"/>
                      <a:pt x="1225803" y="36003"/>
                      <a:pt x="1561565" y="0"/>
                    </a:cubicBezTo>
                    <a:cubicBezTo>
                      <a:pt x="1897327" y="-36003"/>
                      <a:pt x="2081208" y="21888"/>
                      <a:pt x="2432173" y="0"/>
                    </a:cubicBezTo>
                    <a:cubicBezTo>
                      <a:pt x="2783138" y="-21888"/>
                      <a:pt x="3090109" y="-6759"/>
                      <a:pt x="3302780" y="0"/>
                    </a:cubicBezTo>
                    <a:cubicBezTo>
                      <a:pt x="3515451" y="6759"/>
                      <a:pt x="3835671" y="-13670"/>
                      <a:pt x="3993738" y="0"/>
                    </a:cubicBezTo>
                    <a:cubicBezTo>
                      <a:pt x="4151805" y="13670"/>
                      <a:pt x="4504831" y="-31855"/>
                      <a:pt x="4864345" y="0"/>
                    </a:cubicBezTo>
                    <a:cubicBezTo>
                      <a:pt x="5223859" y="31855"/>
                      <a:pt x="5184257" y="-7867"/>
                      <a:pt x="5375654" y="0"/>
                    </a:cubicBezTo>
                    <a:cubicBezTo>
                      <a:pt x="5567051" y="7867"/>
                      <a:pt x="5880217" y="-32399"/>
                      <a:pt x="6066613" y="0"/>
                    </a:cubicBezTo>
                    <a:cubicBezTo>
                      <a:pt x="6253009" y="32399"/>
                      <a:pt x="6327869" y="534"/>
                      <a:pt x="6577922" y="0"/>
                    </a:cubicBezTo>
                    <a:cubicBezTo>
                      <a:pt x="6827975" y="-534"/>
                      <a:pt x="6971448" y="24390"/>
                      <a:pt x="7089231" y="0"/>
                    </a:cubicBezTo>
                    <a:cubicBezTo>
                      <a:pt x="7207014" y="-24390"/>
                      <a:pt x="7728683" y="14333"/>
                      <a:pt x="7959838" y="0"/>
                    </a:cubicBezTo>
                    <a:cubicBezTo>
                      <a:pt x="8190993" y="-14333"/>
                      <a:pt x="8766826" y="-36501"/>
                      <a:pt x="8982456" y="0"/>
                    </a:cubicBezTo>
                    <a:cubicBezTo>
                      <a:pt x="8986165" y="312631"/>
                      <a:pt x="9003672" y="366123"/>
                      <a:pt x="8982456" y="637866"/>
                    </a:cubicBezTo>
                    <a:cubicBezTo>
                      <a:pt x="8961240" y="909609"/>
                      <a:pt x="8986199" y="1068791"/>
                      <a:pt x="8982456" y="1235018"/>
                    </a:cubicBezTo>
                    <a:cubicBezTo>
                      <a:pt x="8978713" y="1401245"/>
                      <a:pt x="9015798" y="1794654"/>
                      <a:pt x="8982456" y="1995029"/>
                    </a:cubicBezTo>
                    <a:cubicBezTo>
                      <a:pt x="8949114" y="2195404"/>
                      <a:pt x="8959350" y="2518047"/>
                      <a:pt x="8982456" y="2673610"/>
                    </a:cubicBezTo>
                    <a:cubicBezTo>
                      <a:pt x="9005562" y="2829173"/>
                      <a:pt x="8969894" y="3018870"/>
                      <a:pt x="8982456" y="3352191"/>
                    </a:cubicBezTo>
                    <a:cubicBezTo>
                      <a:pt x="8995018" y="3685512"/>
                      <a:pt x="8993944" y="3729075"/>
                      <a:pt x="8982456" y="4071487"/>
                    </a:cubicBezTo>
                    <a:cubicBezTo>
                      <a:pt x="8791899" y="4060745"/>
                      <a:pt x="8527338" y="4091357"/>
                      <a:pt x="8381322" y="4071487"/>
                    </a:cubicBezTo>
                    <a:cubicBezTo>
                      <a:pt x="8235306" y="4051617"/>
                      <a:pt x="7892592" y="4068171"/>
                      <a:pt x="7510715" y="4071487"/>
                    </a:cubicBezTo>
                    <a:cubicBezTo>
                      <a:pt x="7128838" y="4074803"/>
                      <a:pt x="7011769" y="4042126"/>
                      <a:pt x="6729932" y="4071487"/>
                    </a:cubicBezTo>
                    <a:cubicBezTo>
                      <a:pt x="6448095" y="4100848"/>
                      <a:pt x="6456182" y="4086027"/>
                      <a:pt x="6308448" y="4071487"/>
                    </a:cubicBezTo>
                    <a:cubicBezTo>
                      <a:pt x="6160714" y="4056947"/>
                      <a:pt x="5778902" y="4037679"/>
                      <a:pt x="5617490" y="4071487"/>
                    </a:cubicBezTo>
                    <a:cubicBezTo>
                      <a:pt x="5456078" y="4105295"/>
                      <a:pt x="5142963" y="4068746"/>
                      <a:pt x="4746883" y="4071487"/>
                    </a:cubicBezTo>
                    <a:cubicBezTo>
                      <a:pt x="4350803" y="4074228"/>
                      <a:pt x="4189579" y="4110579"/>
                      <a:pt x="3876275" y="4071487"/>
                    </a:cubicBezTo>
                    <a:cubicBezTo>
                      <a:pt x="3562971" y="4032395"/>
                      <a:pt x="3456669" y="4046545"/>
                      <a:pt x="3275142" y="4071487"/>
                    </a:cubicBezTo>
                    <a:cubicBezTo>
                      <a:pt x="3093615" y="4096429"/>
                      <a:pt x="2798253" y="4066678"/>
                      <a:pt x="2584183" y="4071487"/>
                    </a:cubicBezTo>
                    <a:cubicBezTo>
                      <a:pt x="2370113" y="4076296"/>
                      <a:pt x="2262470" y="4067716"/>
                      <a:pt x="2162699" y="4071487"/>
                    </a:cubicBezTo>
                    <a:cubicBezTo>
                      <a:pt x="2062928" y="4075258"/>
                      <a:pt x="1862019" y="4087421"/>
                      <a:pt x="1651390" y="4071487"/>
                    </a:cubicBezTo>
                    <a:cubicBezTo>
                      <a:pt x="1440761" y="4055553"/>
                      <a:pt x="1289569" y="4077950"/>
                      <a:pt x="1050256" y="4071487"/>
                    </a:cubicBezTo>
                    <a:cubicBezTo>
                      <a:pt x="810943" y="4065024"/>
                      <a:pt x="276144" y="4079228"/>
                      <a:pt x="0" y="4071487"/>
                    </a:cubicBezTo>
                    <a:cubicBezTo>
                      <a:pt x="5429" y="3737108"/>
                      <a:pt x="33121" y="3515793"/>
                      <a:pt x="0" y="3352191"/>
                    </a:cubicBezTo>
                    <a:cubicBezTo>
                      <a:pt x="-33121" y="3188589"/>
                      <a:pt x="-23095" y="2965092"/>
                      <a:pt x="0" y="2755040"/>
                    </a:cubicBezTo>
                    <a:cubicBezTo>
                      <a:pt x="23095" y="2544988"/>
                      <a:pt x="-23566" y="2429418"/>
                      <a:pt x="0" y="2157888"/>
                    </a:cubicBezTo>
                    <a:cubicBezTo>
                      <a:pt x="23566" y="1886358"/>
                      <a:pt x="-22776" y="1700337"/>
                      <a:pt x="0" y="1438592"/>
                    </a:cubicBezTo>
                    <a:cubicBezTo>
                      <a:pt x="22776" y="1176847"/>
                      <a:pt x="22658" y="908121"/>
                      <a:pt x="0" y="719296"/>
                    </a:cubicBezTo>
                    <a:cubicBezTo>
                      <a:pt x="-22658" y="530471"/>
                      <a:pt x="30258" y="170099"/>
                      <a:pt x="0" y="0"/>
                    </a:cubicBezTo>
                    <a:close/>
                  </a:path>
                  <a:path w="8982456" h="4071487" stroke="0" extrusionOk="0">
                    <a:moveTo>
                      <a:pt x="0" y="0"/>
                    </a:moveTo>
                    <a:cubicBezTo>
                      <a:pt x="162617" y="-1284"/>
                      <a:pt x="336752" y="15650"/>
                      <a:pt x="601134" y="0"/>
                    </a:cubicBezTo>
                    <a:cubicBezTo>
                      <a:pt x="865516" y="-15650"/>
                      <a:pt x="1123312" y="5520"/>
                      <a:pt x="1292092" y="0"/>
                    </a:cubicBezTo>
                    <a:cubicBezTo>
                      <a:pt x="1460872" y="-5520"/>
                      <a:pt x="1599012" y="9768"/>
                      <a:pt x="1893225" y="0"/>
                    </a:cubicBezTo>
                    <a:cubicBezTo>
                      <a:pt x="2187438" y="-9768"/>
                      <a:pt x="2367560" y="-7555"/>
                      <a:pt x="2674008" y="0"/>
                    </a:cubicBezTo>
                    <a:cubicBezTo>
                      <a:pt x="2980456" y="7555"/>
                      <a:pt x="3076163" y="-6488"/>
                      <a:pt x="3454791" y="0"/>
                    </a:cubicBezTo>
                    <a:cubicBezTo>
                      <a:pt x="3833419" y="6488"/>
                      <a:pt x="3764257" y="6716"/>
                      <a:pt x="3876275" y="0"/>
                    </a:cubicBezTo>
                    <a:cubicBezTo>
                      <a:pt x="3988293" y="-6716"/>
                      <a:pt x="4161726" y="3786"/>
                      <a:pt x="4387584" y="0"/>
                    </a:cubicBezTo>
                    <a:cubicBezTo>
                      <a:pt x="4613442" y="-3786"/>
                      <a:pt x="4697195" y="-7866"/>
                      <a:pt x="4809069" y="0"/>
                    </a:cubicBezTo>
                    <a:cubicBezTo>
                      <a:pt x="4920944" y="7866"/>
                      <a:pt x="5411698" y="-28069"/>
                      <a:pt x="5679676" y="0"/>
                    </a:cubicBezTo>
                    <a:cubicBezTo>
                      <a:pt x="5947654" y="28069"/>
                      <a:pt x="5909975" y="2361"/>
                      <a:pt x="6101160" y="0"/>
                    </a:cubicBezTo>
                    <a:cubicBezTo>
                      <a:pt x="6292345" y="-2361"/>
                      <a:pt x="6397164" y="-19092"/>
                      <a:pt x="6612470" y="0"/>
                    </a:cubicBezTo>
                    <a:cubicBezTo>
                      <a:pt x="6827776" y="19092"/>
                      <a:pt x="7093512" y="17633"/>
                      <a:pt x="7483077" y="0"/>
                    </a:cubicBezTo>
                    <a:cubicBezTo>
                      <a:pt x="7872642" y="-17633"/>
                      <a:pt x="7944839" y="-8044"/>
                      <a:pt x="8174035" y="0"/>
                    </a:cubicBezTo>
                    <a:cubicBezTo>
                      <a:pt x="8403231" y="8044"/>
                      <a:pt x="8625143" y="-3665"/>
                      <a:pt x="8982456" y="0"/>
                    </a:cubicBezTo>
                    <a:cubicBezTo>
                      <a:pt x="8986004" y="276893"/>
                      <a:pt x="9014275" y="495707"/>
                      <a:pt x="8982456" y="637866"/>
                    </a:cubicBezTo>
                    <a:cubicBezTo>
                      <a:pt x="8950637" y="780025"/>
                      <a:pt x="8999286" y="1066227"/>
                      <a:pt x="8982456" y="1316447"/>
                    </a:cubicBezTo>
                    <a:cubicBezTo>
                      <a:pt x="8965626" y="1566667"/>
                      <a:pt x="8997108" y="1682961"/>
                      <a:pt x="8982456" y="1872884"/>
                    </a:cubicBezTo>
                    <a:cubicBezTo>
                      <a:pt x="8967804" y="2062807"/>
                      <a:pt x="8965849" y="2369452"/>
                      <a:pt x="8982456" y="2632895"/>
                    </a:cubicBezTo>
                    <a:cubicBezTo>
                      <a:pt x="8999063" y="2896338"/>
                      <a:pt x="8970541" y="3198263"/>
                      <a:pt x="8982456" y="3352191"/>
                    </a:cubicBezTo>
                    <a:cubicBezTo>
                      <a:pt x="8994371" y="3506119"/>
                      <a:pt x="8992047" y="3769698"/>
                      <a:pt x="8982456" y="4071487"/>
                    </a:cubicBezTo>
                    <a:cubicBezTo>
                      <a:pt x="8826900" y="4091909"/>
                      <a:pt x="8615606" y="4089814"/>
                      <a:pt x="8291498" y="4071487"/>
                    </a:cubicBezTo>
                    <a:cubicBezTo>
                      <a:pt x="7967390" y="4053160"/>
                      <a:pt x="7773955" y="4063627"/>
                      <a:pt x="7600540" y="4071487"/>
                    </a:cubicBezTo>
                    <a:cubicBezTo>
                      <a:pt x="7427125" y="4079347"/>
                      <a:pt x="7052915" y="4050024"/>
                      <a:pt x="6819757" y="4071487"/>
                    </a:cubicBezTo>
                    <a:cubicBezTo>
                      <a:pt x="6586599" y="4092950"/>
                      <a:pt x="6494412" y="4077144"/>
                      <a:pt x="6398273" y="4071487"/>
                    </a:cubicBezTo>
                    <a:cubicBezTo>
                      <a:pt x="6302134" y="4065830"/>
                      <a:pt x="6086313" y="4084796"/>
                      <a:pt x="5886963" y="4071487"/>
                    </a:cubicBezTo>
                    <a:cubicBezTo>
                      <a:pt x="5687613" y="4058179"/>
                      <a:pt x="5415347" y="4055580"/>
                      <a:pt x="5196005" y="4071487"/>
                    </a:cubicBezTo>
                    <a:cubicBezTo>
                      <a:pt x="4976663" y="4087394"/>
                      <a:pt x="4845242" y="4057502"/>
                      <a:pt x="4505047" y="4071487"/>
                    </a:cubicBezTo>
                    <a:cubicBezTo>
                      <a:pt x="4164852" y="4085472"/>
                      <a:pt x="3827419" y="4093933"/>
                      <a:pt x="3634440" y="4071487"/>
                    </a:cubicBezTo>
                    <a:cubicBezTo>
                      <a:pt x="3441461" y="4049041"/>
                      <a:pt x="3020616" y="4108194"/>
                      <a:pt x="2853657" y="4071487"/>
                    </a:cubicBezTo>
                    <a:cubicBezTo>
                      <a:pt x="2686698" y="4034780"/>
                      <a:pt x="2411618" y="4032968"/>
                      <a:pt x="2072874" y="4071487"/>
                    </a:cubicBezTo>
                    <a:cubicBezTo>
                      <a:pt x="1734130" y="4110006"/>
                      <a:pt x="1650290" y="4074548"/>
                      <a:pt x="1471741" y="4071487"/>
                    </a:cubicBezTo>
                    <a:cubicBezTo>
                      <a:pt x="1293192" y="4068426"/>
                      <a:pt x="1127821" y="4071786"/>
                      <a:pt x="960432" y="4071487"/>
                    </a:cubicBezTo>
                    <a:cubicBezTo>
                      <a:pt x="793043" y="4071188"/>
                      <a:pt x="389227" y="4116793"/>
                      <a:pt x="0" y="4071487"/>
                    </a:cubicBezTo>
                    <a:cubicBezTo>
                      <a:pt x="8510" y="3844684"/>
                      <a:pt x="-4868" y="3595585"/>
                      <a:pt x="0" y="3392906"/>
                    </a:cubicBezTo>
                    <a:cubicBezTo>
                      <a:pt x="4868" y="3190227"/>
                      <a:pt x="-10577" y="3062166"/>
                      <a:pt x="0" y="2795754"/>
                    </a:cubicBezTo>
                    <a:cubicBezTo>
                      <a:pt x="10577" y="2529342"/>
                      <a:pt x="-25593" y="2303875"/>
                      <a:pt x="0" y="2035744"/>
                    </a:cubicBezTo>
                    <a:cubicBezTo>
                      <a:pt x="25593" y="1767613"/>
                      <a:pt x="-25889" y="1634042"/>
                      <a:pt x="0" y="1275733"/>
                    </a:cubicBezTo>
                    <a:cubicBezTo>
                      <a:pt x="25889" y="917424"/>
                      <a:pt x="4391" y="866782"/>
                      <a:pt x="0" y="597151"/>
                    </a:cubicBezTo>
                    <a:cubicBezTo>
                      <a:pt x="-4391" y="327520"/>
                      <a:pt x="-16680" y="18902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F42537A-1508-29F0-03E0-F7EDDC11D453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E5160D2-D3E4-8DDC-CC34-02B733A7E393}"/>
                </a:ext>
              </a:extLst>
            </p:cNvPr>
            <p:cNvGrpSpPr/>
            <p:nvPr/>
          </p:nvGrpSpPr>
          <p:grpSpPr>
            <a:xfrm>
              <a:off x="1954806" y="1833167"/>
              <a:ext cx="8282387" cy="3191666"/>
              <a:chOff x="1906410" y="1833167"/>
              <a:chExt cx="8282387" cy="3191666"/>
            </a:xfrm>
          </p:grpSpPr>
          <p:pic>
            <p:nvPicPr>
              <p:cNvPr id="9" name="그림 8" descr="텍스트, 스크린샷, 소프트웨어, 웹 페이지이(가) 표시된 사진&#10;&#10;자동 생성된 설명">
                <a:extLst>
                  <a:ext uri="{FF2B5EF4-FFF2-40B4-BE49-F238E27FC236}">
                    <a16:creationId xmlns:a16="http://schemas.microsoft.com/office/drawing/2014/main" id="{1F5E2E93-6004-46D3-1906-B8DAF7EA60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5634" t="12464" r="597" b="10472"/>
              <a:stretch/>
            </p:blipFill>
            <p:spPr>
              <a:xfrm>
                <a:off x="1906410" y="1833167"/>
                <a:ext cx="3639256" cy="3191666"/>
              </a:xfrm>
              <a:prstGeom prst="rect">
                <a:avLst/>
              </a:prstGeom>
            </p:spPr>
          </p:pic>
          <p:pic>
            <p:nvPicPr>
              <p:cNvPr id="4" name="그림 3" descr="텍스트, 스크린샷, 소프트웨어, 컴퓨터이(가) 표시된 사진&#10;&#10;자동 생성된 설명">
                <a:extLst>
                  <a:ext uri="{FF2B5EF4-FFF2-40B4-BE49-F238E27FC236}">
                    <a16:creationId xmlns:a16="http://schemas.microsoft.com/office/drawing/2014/main" id="{BF633C8A-2A62-6950-1F1C-4455AC2A3D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5332" t="10425" r="609" b="8575"/>
              <a:stretch/>
            </p:blipFill>
            <p:spPr>
              <a:xfrm>
                <a:off x="5647774" y="1833167"/>
                <a:ext cx="4541023" cy="319166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7530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9E9835B6-1E4A-E2FB-2D7C-02557601F87D}"/>
              </a:ext>
            </a:extLst>
          </p:cNvPr>
          <p:cNvGrpSpPr/>
          <p:nvPr/>
        </p:nvGrpSpPr>
        <p:grpSpPr>
          <a:xfrm>
            <a:off x="1604772" y="1470152"/>
            <a:ext cx="8982456" cy="3917696"/>
            <a:chOff x="1604772" y="1470152"/>
            <a:chExt cx="8982456" cy="39176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731F5B4-8B80-165D-E15B-2585292B4C19}"/>
                </a:ext>
              </a:extLst>
            </p:cNvPr>
            <p:cNvGrpSpPr/>
            <p:nvPr/>
          </p:nvGrpSpPr>
          <p:grpSpPr>
            <a:xfrm>
              <a:off x="1604772" y="1470152"/>
              <a:ext cx="8982456" cy="3917696"/>
              <a:chOff x="1604772" y="1405502"/>
              <a:chExt cx="8982456" cy="4071487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E6D61C00-E54A-BB8E-E0F1-9A3793F425C8}"/>
                  </a:ext>
                </a:extLst>
              </p:cNvPr>
              <p:cNvSpPr/>
              <p:nvPr/>
            </p:nvSpPr>
            <p:spPr>
              <a:xfrm>
                <a:off x="1604772" y="1405502"/>
                <a:ext cx="8982456" cy="4071487"/>
              </a:xfrm>
              <a:custGeom>
                <a:avLst/>
                <a:gdLst>
                  <a:gd name="connsiteX0" fmla="*/ 0 w 8982456"/>
                  <a:gd name="connsiteY0" fmla="*/ 0 h 4071487"/>
                  <a:gd name="connsiteX1" fmla="*/ 780783 w 8982456"/>
                  <a:gd name="connsiteY1" fmla="*/ 0 h 4071487"/>
                  <a:gd name="connsiteX2" fmla="*/ 1561565 w 8982456"/>
                  <a:gd name="connsiteY2" fmla="*/ 0 h 4071487"/>
                  <a:gd name="connsiteX3" fmla="*/ 2432173 w 8982456"/>
                  <a:gd name="connsiteY3" fmla="*/ 0 h 4071487"/>
                  <a:gd name="connsiteX4" fmla="*/ 3302780 w 8982456"/>
                  <a:gd name="connsiteY4" fmla="*/ 0 h 4071487"/>
                  <a:gd name="connsiteX5" fmla="*/ 3993738 w 8982456"/>
                  <a:gd name="connsiteY5" fmla="*/ 0 h 4071487"/>
                  <a:gd name="connsiteX6" fmla="*/ 4864345 w 8982456"/>
                  <a:gd name="connsiteY6" fmla="*/ 0 h 4071487"/>
                  <a:gd name="connsiteX7" fmla="*/ 5375654 w 8982456"/>
                  <a:gd name="connsiteY7" fmla="*/ 0 h 4071487"/>
                  <a:gd name="connsiteX8" fmla="*/ 6066613 w 8982456"/>
                  <a:gd name="connsiteY8" fmla="*/ 0 h 4071487"/>
                  <a:gd name="connsiteX9" fmla="*/ 6577922 w 8982456"/>
                  <a:gd name="connsiteY9" fmla="*/ 0 h 4071487"/>
                  <a:gd name="connsiteX10" fmla="*/ 7089231 w 8982456"/>
                  <a:gd name="connsiteY10" fmla="*/ 0 h 4071487"/>
                  <a:gd name="connsiteX11" fmla="*/ 7959838 w 8982456"/>
                  <a:gd name="connsiteY11" fmla="*/ 0 h 4071487"/>
                  <a:gd name="connsiteX12" fmla="*/ 8982456 w 8982456"/>
                  <a:gd name="connsiteY12" fmla="*/ 0 h 4071487"/>
                  <a:gd name="connsiteX13" fmla="*/ 8982456 w 8982456"/>
                  <a:gd name="connsiteY13" fmla="*/ 637866 h 4071487"/>
                  <a:gd name="connsiteX14" fmla="*/ 8982456 w 8982456"/>
                  <a:gd name="connsiteY14" fmla="*/ 1235018 h 4071487"/>
                  <a:gd name="connsiteX15" fmla="*/ 8982456 w 8982456"/>
                  <a:gd name="connsiteY15" fmla="*/ 1995029 h 4071487"/>
                  <a:gd name="connsiteX16" fmla="*/ 8982456 w 8982456"/>
                  <a:gd name="connsiteY16" fmla="*/ 2673610 h 4071487"/>
                  <a:gd name="connsiteX17" fmla="*/ 8982456 w 8982456"/>
                  <a:gd name="connsiteY17" fmla="*/ 3352191 h 4071487"/>
                  <a:gd name="connsiteX18" fmla="*/ 8982456 w 8982456"/>
                  <a:gd name="connsiteY18" fmla="*/ 4071487 h 4071487"/>
                  <a:gd name="connsiteX19" fmla="*/ 8381322 w 8982456"/>
                  <a:gd name="connsiteY19" fmla="*/ 4071487 h 4071487"/>
                  <a:gd name="connsiteX20" fmla="*/ 7510715 w 8982456"/>
                  <a:gd name="connsiteY20" fmla="*/ 4071487 h 4071487"/>
                  <a:gd name="connsiteX21" fmla="*/ 6729932 w 8982456"/>
                  <a:gd name="connsiteY21" fmla="*/ 4071487 h 4071487"/>
                  <a:gd name="connsiteX22" fmla="*/ 6308448 w 8982456"/>
                  <a:gd name="connsiteY22" fmla="*/ 4071487 h 4071487"/>
                  <a:gd name="connsiteX23" fmla="*/ 5617490 w 8982456"/>
                  <a:gd name="connsiteY23" fmla="*/ 4071487 h 4071487"/>
                  <a:gd name="connsiteX24" fmla="*/ 4746883 w 8982456"/>
                  <a:gd name="connsiteY24" fmla="*/ 4071487 h 4071487"/>
                  <a:gd name="connsiteX25" fmla="*/ 3876275 w 8982456"/>
                  <a:gd name="connsiteY25" fmla="*/ 4071487 h 4071487"/>
                  <a:gd name="connsiteX26" fmla="*/ 3275142 w 8982456"/>
                  <a:gd name="connsiteY26" fmla="*/ 4071487 h 4071487"/>
                  <a:gd name="connsiteX27" fmla="*/ 2584183 w 8982456"/>
                  <a:gd name="connsiteY27" fmla="*/ 4071487 h 4071487"/>
                  <a:gd name="connsiteX28" fmla="*/ 2162699 w 8982456"/>
                  <a:gd name="connsiteY28" fmla="*/ 4071487 h 4071487"/>
                  <a:gd name="connsiteX29" fmla="*/ 1651390 w 8982456"/>
                  <a:gd name="connsiteY29" fmla="*/ 4071487 h 4071487"/>
                  <a:gd name="connsiteX30" fmla="*/ 1050256 w 8982456"/>
                  <a:gd name="connsiteY30" fmla="*/ 4071487 h 4071487"/>
                  <a:gd name="connsiteX31" fmla="*/ 0 w 8982456"/>
                  <a:gd name="connsiteY31" fmla="*/ 4071487 h 4071487"/>
                  <a:gd name="connsiteX32" fmla="*/ 0 w 8982456"/>
                  <a:gd name="connsiteY32" fmla="*/ 3352191 h 4071487"/>
                  <a:gd name="connsiteX33" fmla="*/ 0 w 8982456"/>
                  <a:gd name="connsiteY33" fmla="*/ 2755040 h 4071487"/>
                  <a:gd name="connsiteX34" fmla="*/ 0 w 8982456"/>
                  <a:gd name="connsiteY34" fmla="*/ 2157888 h 4071487"/>
                  <a:gd name="connsiteX35" fmla="*/ 0 w 8982456"/>
                  <a:gd name="connsiteY35" fmla="*/ 1438592 h 4071487"/>
                  <a:gd name="connsiteX36" fmla="*/ 0 w 8982456"/>
                  <a:gd name="connsiteY36" fmla="*/ 719296 h 4071487"/>
                  <a:gd name="connsiteX37" fmla="*/ 0 w 8982456"/>
                  <a:gd name="connsiteY37" fmla="*/ 0 h 4071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982456" h="4071487" fill="none" extrusionOk="0">
                    <a:moveTo>
                      <a:pt x="0" y="0"/>
                    </a:moveTo>
                    <a:cubicBezTo>
                      <a:pt x="251166" y="-1504"/>
                      <a:pt x="499571" y="-3594"/>
                      <a:pt x="780783" y="0"/>
                    </a:cubicBezTo>
                    <a:cubicBezTo>
                      <a:pt x="1061995" y="3594"/>
                      <a:pt x="1225803" y="36003"/>
                      <a:pt x="1561565" y="0"/>
                    </a:cubicBezTo>
                    <a:cubicBezTo>
                      <a:pt x="1897327" y="-36003"/>
                      <a:pt x="2081208" y="21888"/>
                      <a:pt x="2432173" y="0"/>
                    </a:cubicBezTo>
                    <a:cubicBezTo>
                      <a:pt x="2783138" y="-21888"/>
                      <a:pt x="3090109" y="-6759"/>
                      <a:pt x="3302780" y="0"/>
                    </a:cubicBezTo>
                    <a:cubicBezTo>
                      <a:pt x="3515451" y="6759"/>
                      <a:pt x="3835671" y="-13670"/>
                      <a:pt x="3993738" y="0"/>
                    </a:cubicBezTo>
                    <a:cubicBezTo>
                      <a:pt x="4151805" y="13670"/>
                      <a:pt x="4504831" y="-31855"/>
                      <a:pt x="4864345" y="0"/>
                    </a:cubicBezTo>
                    <a:cubicBezTo>
                      <a:pt x="5223859" y="31855"/>
                      <a:pt x="5184257" y="-7867"/>
                      <a:pt x="5375654" y="0"/>
                    </a:cubicBezTo>
                    <a:cubicBezTo>
                      <a:pt x="5567051" y="7867"/>
                      <a:pt x="5880217" y="-32399"/>
                      <a:pt x="6066613" y="0"/>
                    </a:cubicBezTo>
                    <a:cubicBezTo>
                      <a:pt x="6253009" y="32399"/>
                      <a:pt x="6327869" y="534"/>
                      <a:pt x="6577922" y="0"/>
                    </a:cubicBezTo>
                    <a:cubicBezTo>
                      <a:pt x="6827975" y="-534"/>
                      <a:pt x="6971448" y="24390"/>
                      <a:pt x="7089231" y="0"/>
                    </a:cubicBezTo>
                    <a:cubicBezTo>
                      <a:pt x="7207014" y="-24390"/>
                      <a:pt x="7728683" y="14333"/>
                      <a:pt x="7959838" y="0"/>
                    </a:cubicBezTo>
                    <a:cubicBezTo>
                      <a:pt x="8190993" y="-14333"/>
                      <a:pt x="8766826" y="-36501"/>
                      <a:pt x="8982456" y="0"/>
                    </a:cubicBezTo>
                    <a:cubicBezTo>
                      <a:pt x="8986165" y="312631"/>
                      <a:pt x="9003672" y="366123"/>
                      <a:pt x="8982456" y="637866"/>
                    </a:cubicBezTo>
                    <a:cubicBezTo>
                      <a:pt x="8961240" y="909609"/>
                      <a:pt x="8986199" y="1068791"/>
                      <a:pt x="8982456" y="1235018"/>
                    </a:cubicBezTo>
                    <a:cubicBezTo>
                      <a:pt x="8978713" y="1401245"/>
                      <a:pt x="9015798" y="1794654"/>
                      <a:pt x="8982456" y="1995029"/>
                    </a:cubicBezTo>
                    <a:cubicBezTo>
                      <a:pt x="8949114" y="2195404"/>
                      <a:pt x="8959350" y="2518047"/>
                      <a:pt x="8982456" y="2673610"/>
                    </a:cubicBezTo>
                    <a:cubicBezTo>
                      <a:pt x="9005562" y="2829173"/>
                      <a:pt x="8969894" y="3018870"/>
                      <a:pt x="8982456" y="3352191"/>
                    </a:cubicBezTo>
                    <a:cubicBezTo>
                      <a:pt x="8995018" y="3685512"/>
                      <a:pt x="8993944" y="3729075"/>
                      <a:pt x="8982456" y="4071487"/>
                    </a:cubicBezTo>
                    <a:cubicBezTo>
                      <a:pt x="8791899" y="4060745"/>
                      <a:pt x="8527338" y="4091357"/>
                      <a:pt x="8381322" y="4071487"/>
                    </a:cubicBezTo>
                    <a:cubicBezTo>
                      <a:pt x="8235306" y="4051617"/>
                      <a:pt x="7892592" y="4068171"/>
                      <a:pt x="7510715" y="4071487"/>
                    </a:cubicBezTo>
                    <a:cubicBezTo>
                      <a:pt x="7128838" y="4074803"/>
                      <a:pt x="7011769" y="4042126"/>
                      <a:pt x="6729932" y="4071487"/>
                    </a:cubicBezTo>
                    <a:cubicBezTo>
                      <a:pt x="6448095" y="4100848"/>
                      <a:pt x="6456182" y="4086027"/>
                      <a:pt x="6308448" y="4071487"/>
                    </a:cubicBezTo>
                    <a:cubicBezTo>
                      <a:pt x="6160714" y="4056947"/>
                      <a:pt x="5778902" y="4037679"/>
                      <a:pt x="5617490" y="4071487"/>
                    </a:cubicBezTo>
                    <a:cubicBezTo>
                      <a:pt x="5456078" y="4105295"/>
                      <a:pt x="5142963" y="4068746"/>
                      <a:pt x="4746883" y="4071487"/>
                    </a:cubicBezTo>
                    <a:cubicBezTo>
                      <a:pt x="4350803" y="4074228"/>
                      <a:pt x="4189579" y="4110579"/>
                      <a:pt x="3876275" y="4071487"/>
                    </a:cubicBezTo>
                    <a:cubicBezTo>
                      <a:pt x="3562971" y="4032395"/>
                      <a:pt x="3456669" y="4046545"/>
                      <a:pt x="3275142" y="4071487"/>
                    </a:cubicBezTo>
                    <a:cubicBezTo>
                      <a:pt x="3093615" y="4096429"/>
                      <a:pt x="2798253" y="4066678"/>
                      <a:pt x="2584183" y="4071487"/>
                    </a:cubicBezTo>
                    <a:cubicBezTo>
                      <a:pt x="2370113" y="4076296"/>
                      <a:pt x="2262470" y="4067716"/>
                      <a:pt x="2162699" y="4071487"/>
                    </a:cubicBezTo>
                    <a:cubicBezTo>
                      <a:pt x="2062928" y="4075258"/>
                      <a:pt x="1862019" y="4087421"/>
                      <a:pt x="1651390" y="4071487"/>
                    </a:cubicBezTo>
                    <a:cubicBezTo>
                      <a:pt x="1440761" y="4055553"/>
                      <a:pt x="1289569" y="4077950"/>
                      <a:pt x="1050256" y="4071487"/>
                    </a:cubicBezTo>
                    <a:cubicBezTo>
                      <a:pt x="810943" y="4065024"/>
                      <a:pt x="276144" y="4079228"/>
                      <a:pt x="0" y="4071487"/>
                    </a:cubicBezTo>
                    <a:cubicBezTo>
                      <a:pt x="5429" y="3737108"/>
                      <a:pt x="33121" y="3515793"/>
                      <a:pt x="0" y="3352191"/>
                    </a:cubicBezTo>
                    <a:cubicBezTo>
                      <a:pt x="-33121" y="3188589"/>
                      <a:pt x="-23095" y="2965092"/>
                      <a:pt x="0" y="2755040"/>
                    </a:cubicBezTo>
                    <a:cubicBezTo>
                      <a:pt x="23095" y="2544988"/>
                      <a:pt x="-23566" y="2429418"/>
                      <a:pt x="0" y="2157888"/>
                    </a:cubicBezTo>
                    <a:cubicBezTo>
                      <a:pt x="23566" y="1886358"/>
                      <a:pt x="-22776" y="1700337"/>
                      <a:pt x="0" y="1438592"/>
                    </a:cubicBezTo>
                    <a:cubicBezTo>
                      <a:pt x="22776" y="1176847"/>
                      <a:pt x="22658" y="908121"/>
                      <a:pt x="0" y="719296"/>
                    </a:cubicBezTo>
                    <a:cubicBezTo>
                      <a:pt x="-22658" y="530471"/>
                      <a:pt x="30258" y="170099"/>
                      <a:pt x="0" y="0"/>
                    </a:cubicBezTo>
                    <a:close/>
                  </a:path>
                  <a:path w="8982456" h="4071487" stroke="0" extrusionOk="0">
                    <a:moveTo>
                      <a:pt x="0" y="0"/>
                    </a:moveTo>
                    <a:cubicBezTo>
                      <a:pt x="162617" y="-1284"/>
                      <a:pt x="336752" y="15650"/>
                      <a:pt x="601134" y="0"/>
                    </a:cubicBezTo>
                    <a:cubicBezTo>
                      <a:pt x="865516" y="-15650"/>
                      <a:pt x="1123312" y="5520"/>
                      <a:pt x="1292092" y="0"/>
                    </a:cubicBezTo>
                    <a:cubicBezTo>
                      <a:pt x="1460872" y="-5520"/>
                      <a:pt x="1599012" y="9768"/>
                      <a:pt x="1893225" y="0"/>
                    </a:cubicBezTo>
                    <a:cubicBezTo>
                      <a:pt x="2187438" y="-9768"/>
                      <a:pt x="2367560" y="-7555"/>
                      <a:pt x="2674008" y="0"/>
                    </a:cubicBezTo>
                    <a:cubicBezTo>
                      <a:pt x="2980456" y="7555"/>
                      <a:pt x="3076163" y="-6488"/>
                      <a:pt x="3454791" y="0"/>
                    </a:cubicBezTo>
                    <a:cubicBezTo>
                      <a:pt x="3833419" y="6488"/>
                      <a:pt x="3764257" y="6716"/>
                      <a:pt x="3876275" y="0"/>
                    </a:cubicBezTo>
                    <a:cubicBezTo>
                      <a:pt x="3988293" y="-6716"/>
                      <a:pt x="4161726" y="3786"/>
                      <a:pt x="4387584" y="0"/>
                    </a:cubicBezTo>
                    <a:cubicBezTo>
                      <a:pt x="4613442" y="-3786"/>
                      <a:pt x="4697195" y="-7866"/>
                      <a:pt x="4809069" y="0"/>
                    </a:cubicBezTo>
                    <a:cubicBezTo>
                      <a:pt x="4920944" y="7866"/>
                      <a:pt x="5411698" y="-28069"/>
                      <a:pt x="5679676" y="0"/>
                    </a:cubicBezTo>
                    <a:cubicBezTo>
                      <a:pt x="5947654" y="28069"/>
                      <a:pt x="5909975" y="2361"/>
                      <a:pt x="6101160" y="0"/>
                    </a:cubicBezTo>
                    <a:cubicBezTo>
                      <a:pt x="6292345" y="-2361"/>
                      <a:pt x="6397164" y="-19092"/>
                      <a:pt x="6612470" y="0"/>
                    </a:cubicBezTo>
                    <a:cubicBezTo>
                      <a:pt x="6827776" y="19092"/>
                      <a:pt x="7093512" y="17633"/>
                      <a:pt x="7483077" y="0"/>
                    </a:cubicBezTo>
                    <a:cubicBezTo>
                      <a:pt x="7872642" y="-17633"/>
                      <a:pt x="7944839" y="-8044"/>
                      <a:pt x="8174035" y="0"/>
                    </a:cubicBezTo>
                    <a:cubicBezTo>
                      <a:pt x="8403231" y="8044"/>
                      <a:pt x="8625143" y="-3665"/>
                      <a:pt x="8982456" y="0"/>
                    </a:cubicBezTo>
                    <a:cubicBezTo>
                      <a:pt x="8986004" y="276893"/>
                      <a:pt x="9014275" y="495707"/>
                      <a:pt x="8982456" y="637866"/>
                    </a:cubicBezTo>
                    <a:cubicBezTo>
                      <a:pt x="8950637" y="780025"/>
                      <a:pt x="8999286" y="1066227"/>
                      <a:pt x="8982456" y="1316447"/>
                    </a:cubicBezTo>
                    <a:cubicBezTo>
                      <a:pt x="8965626" y="1566667"/>
                      <a:pt x="8997108" y="1682961"/>
                      <a:pt x="8982456" y="1872884"/>
                    </a:cubicBezTo>
                    <a:cubicBezTo>
                      <a:pt x="8967804" y="2062807"/>
                      <a:pt x="8965849" y="2369452"/>
                      <a:pt x="8982456" y="2632895"/>
                    </a:cubicBezTo>
                    <a:cubicBezTo>
                      <a:pt x="8999063" y="2896338"/>
                      <a:pt x="8970541" y="3198263"/>
                      <a:pt x="8982456" y="3352191"/>
                    </a:cubicBezTo>
                    <a:cubicBezTo>
                      <a:pt x="8994371" y="3506119"/>
                      <a:pt x="8992047" y="3769698"/>
                      <a:pt x="8982456" y="4071487"/>
                    </a:cubicBezTo>
                    <a:cubicBezTo>
                      <a:pt x="8826900" y="4091909"/>
                      <a:pt x="8615606" y="4089814"/>
                      <a:pt x="8291498" y="4071487"/>
                    </a:cubicBezTo>
                    <a:cubicBezTo>
                      <a:pt x="7967390" y="4053160"/>
                      <a:pt x="7773955" y="4063627"/>
                      <a:pt x="7600540" y="4071487"/>
                    </a:cubicBezTo>
                    <a:cubicBezTo>
                      <a:pt x="7427125" y="4079347"/>
                      <a:pt x="7052915" y="4050024"/>
                      <a:pt x="6819757" y="4071487"/>
                    </a:cubicBezTo>
                    <a:cubicBezTo>
                      <a:pt x="6586599" y="4092950"/>
                      <a:pt x="6494412" y="4077144"/>
                      <a:pt x="6398273" y="4071487"/>
                    </a:cubicBezTo>
                    <a:cubicBezTo>
                      <a:pt x="6302134" y="4065830"/>
                      <a:pt x="6086313" y="4084796"/>
                      <a:pt x="5886963" y="4071487"/>
                    </a:cubicBezTo>
                    <a:cubicBezTo>
                      <a:pt x="5687613" y="4058179"/>
                      <a:pt x="5415347" y="4055580"/>
                      <a:pt x="5196005" y="4071487"/>
                    </a:cubicBezTo>
                    <a:cubicBezTo>
                      <a:pt x="4976663" y="4087394"/>
                      <a:pt x="4845242" y="4057502"/>
                      <a:pt x="4505047" y="4071487"/>
                    </a:cubicBezTo>
                    <a:cubicBezTo>
                      <a:pt x="4164852" y="4085472"/>
                      <a:pt x="3827419" y="4093933"/>
                      <a:pt x="3634440" y="4071487"/>
                    </a:cubicBezTo>
                    <a:cubicBezTo>
                      <a:pt x="3441461" y="4049041"/>
                      <a:pt x="3020616" y="4108194"/>
                      <a:pt x="2853657" y="4071487"/>
                    </a:cubicBezTo>
                    <a:cubicBezTo>
                      <a:pt x="2686698" y="4034780"/>
                      <a:pt x="2411618" y="4032968"/>
                      <a:pt x="2072874" y="4071487"/>
                    </a:cubicBezTo>
                    <a:cubicBezTo>
                      <a:pt x="1734130" y="4110006"/>
                      <a:pt x="1650290" y="4074548"/>
                      <a:pt x="1471741" y="4071487"/>
                    </a:cubicBezTo>
                    <a:cubicBezTo>
                      <a:pt x="1293192" y="4068426"/>
                      <a:pt x="1127821" y="4071786"/>
                      <a:pt x="960432" y="4071487"/>
                    </a:cubicBezTo>
                    <a:cubicBezTo>
                      <a:pt x="793043" y="4071188"/>
                      <a:pt x="389227" y="4116793"/>
                      <a:pt x="0" y="4071487"/>
                    </a:cubicBezTo>
                    <a:cubicBezTo>
                      <a:pt x="8510" y="3844684"/>
                      <a:pt x="-4868" y="3595585"/>
                      <a:pt x="0" y="3392906"/>
                    </a:cubicBezTo>
                    <a:cubicBezTo>
                      <a:pt x="4868" y="3190227"/>
                      <a:pt x="-10577" y="3062166"/>
                      <a:pt x="0" y="2795754"/>
                    </a:cubicBezTo>
                    <a:cubicBezTo>
                      <a:pt x="10577" y="2529342"/>
                      <a:pt x="-25593" y="2303875"/>
                      <a:pt x="0" y="2035744"/>
                    </a:cubicBezTo>
                    <a:cubicBezTo>
                      <a:pt x="25593" y="1767613"/>
                      <a:pt x="-25889" y="1634042"/>
                      <a:pt x="0" y="1275733"/>
                    </a:cubicBezTo>
                    <a:cubicBezTo>
                      <a:pt x="25889" y="917424"/>
                      <a:pt x="4391" y="866782"/>
                      <a:pt x="0" y="597151"/>
                    </a:cubicBezTo>
                    <a:cubicBezTo>
                      <a:pt x="-4391" y="327520"/>
                      <a:pt x="-16680" y="189024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F42537A-1508-29F0-03E0-F7EDDC11D453}"/>
                  </a:ext>
                </a:extLst>
              </p:cNvPr>
              <p:cNvSpPr/>
              <p:nvPr/>
            </p:nvSpPr>
            <p:spPr>
              <a:xfrm>
                <a:off x="1706880" y="1502229"/>
                <a:ext cx="8778240" cy="3878035"/>
              </a:xfrm>
              <a:custGeom>
                <a:avLst/>
                <a:gdLst>
                  <a:gd name="connsiteX0" fmla="*/ 0 w 8778240"/>
                  <a:gd name="connsiteY0" fmla="*/ 0 h 3878035"/>
                  <a:gd name="connsiteX1" fmla="*/ 763032 w 8778240"/>
                  <a:gd name="connsiteY1" fmla="*/ 0 h 3878035"/>
                  <a:gd name="connsiteX2" fmla="*/ 1526063 w 8778240"/>
                  <a:gd name="connsiteY2" fmla="*/ 0 h 3878035"/>
                  <a:gd name="connsiteX3" fmla="*/ 2376877 w 8778240"/>
                  <a:gd name="connsiteY3" fmla="*/ 0 h 3878035"/>
                  <a:gd name="connsiteX4" fmla="*/ 3227691 w 8778240"/>
                  <a:gd name="connsiteY4" fmla="*/ 0 h 3878035"/>
                  <a:gd name="connsiteX5" fmla="*/ 3902941 w 8778240"/>
                  <a:gd name="connsiteY5" fmla="*/ 0 h 3878035"/>
                  <a:gd name="connsiteX6" fmla="*/ 4753755 w 8778240"/>
                  <a:gd name="connsiteY6" fmla="*/ 0 h 3878035"/>
                  <a:gd name="connsiteX7" fmla="*/ 5253439 w 8778240"/>
                  <a:gd name="connsiteY7" fmla="*/ 0 h 3878035"/>
                  <a:gd name="connsiteX8" fmla="*/ 5928688 w 8778240"/>
                  <a:gd name="connsiteY8" fmla="*/ 0 h 3878035"/>
                  <a:gd name="connsiteX9" fmla="*/ 6428373 w 8778240"/>
                  <a:gd name="connsiteY9" fmla="*/ 0 h 3878035"/>
                  <a:gd name="connsiteX10" fmla="*/ 6928057 w 8778240"/>
                  <a:gd name="connsiteY10" fmla="*/ 0 h 3878035"/>
                  <a:gd name="connsiteX11" fmla="*/ 7778871 w 8778240"/>
                  <a:gd name="connsiteY11" fmla="*/ 0 h 3878035"/>
                  <a:gd name="connsiteX12" fmla="*/ 8778240 w 8778240"/>
                  <a:gd name="connsiteY12" fmla="*/ 0 h 3878035"/>
                  <a:gd name="connsiteX13" fmla="*/ 8778240 w 8778240"/>
                  <a:gd name="connsiteY13" fmla="*/ 607559 h 3878035"/>
                  <a:gd name="connsiteX14" fmla="*/ 8778240 w 8778240"/>
                  <a:gd name="connsiteY14" fmla="*/ 1176337 h 3878035"/>
                  <a:gd name="connsiteX15" fmla="*/ 8778240 w 8778240"/>
                  <a:gd name="connsiteY15" fmla="*/ 1900237 h 3878035"/>
                  <a:gd name="connsiteX16" fmla="*/ 8778240 w 8778240"/>
                  <a:gd name="connsiteY16" fmla="*/ 2546576 h 3878035"/>
                  <a:gd name="connsiteX17" fmla="*/ 8778240 w 8778240"/>
                  <a:gd name="connsiteY17" fmla="*/ 3192915 h 3878035"/>
                  <a:gd name="connsiteX18" fmla="*/ 8778240 w 8778240"/>
                  <a:gd name="connsiteY18" fmla="*/ 3878035 h 3878035"/>
                  <a:gd name="connsiteX19" fmla="*/ 8190773 w 8778240"/>
                  <a:gd name="connsiteY19" fmla="*/ 3878035 h 3878035"/>
                  <a:gd name="connsiteX20" fmla="*/ 7339959 w 8778240"/>
                  <a:gd name="connsiteY20" fmla="*/ 3878035 h 3878035"/>
                  <a:gd name="connsiteX21" fmla="*/ 6576928 w 8778240"/>
                  <a:gd name="connsiteY21" fmla="*/ 3878035 h 3878035"/>
                  <a:gd name="connsiteX22" fmla="*/ 6165025 w 8778240"/>
                  <a:gd name="connsiteY22" fmla="*/ 3878035 h 3878035"/>
                  <a:gd name="connsiteX23" fmla="*/ 5489776 w 8778240"/>
                  <a:gd name="connsiteY23" fmla="*/ 3878035 h 3878035"/>
                  <a:gd name="connsiteX24" fmla="*/ 4638962 w 8778240"/>
                  <a:gd name="connsiteY24" fmla="*/ 3878035 h 3878035"/>
                  <a:gd name="connsiteX25" fmla="*/ 3788148 w 8778240"/>
                  <a:gd name="connsiteY25" fmla="*/ 3878035 h 3878035"/>
                  <a:gd name="connsiteX26" fmla="*/ 3200681 w 8778240"/>
                  <a:gd name="connsiteY26" fmla="*/ 3878035 h 3878035"/>
                  <a:gd name="connsiteX27" fmla="*/ 2525432 w 8778240"/>
                  <a:gd name="connsiteY27" fmla="*/ 3878035 h 3878035"/>
                  <a:gd name="connsiteX28" fmla="*/ 2113530 w 8778240"/>
                  <a:gd name="connsiteY28" fmla="*/ 3878035 h 3878035"/>
                  <a:gd name="connsiteX29" fmla="*/ 1613846 w 8778240"/>
                  <a:gd name="connsiteY29" fmla="*/ 3878035 h 3878035"/>
                  <a:gd name="connsiteX30" fmla="*/ 1026379 w 8778240"/>
                  <a:gd name="connsiteY30" fmla="*/ 3878035 h 3878035"/>
                  <a:gd name="connsiteX31" fmla="*/ 0 w 8778240"/>
                  <a:gd name="connsiteY31" fmla="*/ 3878035 h 3878035"/>
                  <a:gd name="connsiteX32" fmla="*/ 0 w 8778240"/>
                  <a:gd name="connsiteY32" fmla="*/ 3192915 h 3878035"/>
                  <a:gd name="connsiteX33" fmla="*/ 0 w 8778240"/>
                  <a:gd name="connsiteY33" fmla="*/ 2624137 h 3878035"/>
                  <a:gd name="connsiteX34" fmla="*/ 0 w 8778240"/>
                  <a:gd name="connsiteY34" fmla="*/ 2055359 h 3878035"/>
                  <a:gd name="connsiteX35" fmla="*/ 0 w 8778240"/>
                  <a:gd name="connsiteY35" fmla="*/ 1370239 h 3878035"/>
                  <a:gd name="connsiteX36" fmla="*/ 0 w 8778240"/>
                  <a:gd name="connsiteY36" fmla="*/ 685120 h 3878035"/>
                  <a:gd name="connsiteX37" fmla="*/ 0 w 8778240"/>
                  <a:gd name="connsiteY37" fmla="*/ 0 h 38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778240" h="3878035" fill="none" extrusionOk="0">
                    <a:moveTo>
                      <a:pt x="0" y="0"/>
                    </a:moveTo>
                    <a:cubicBezTo>
                      <a:pt x="154645" y="3661"/>
                      <a:pt x="576776" y="-12627"/>
                      <a:pt x="763032" y="0"/>
                    </a:cubicBezTo>
                    <a:cubicBezTo>
                      <a:pt x="949288" y="12627"/>
                      <a:pt x="1261935" y="23174"/>
                      <a:pt x="1526063" y="0"/>
                    </a:cubicBezTo>
                    <a:cubicBezTo>
                      <a:pt x="1790191" y="-23174"/>
                      <a:pt x="2088675" y="-23924"/>
                      <a:pt x="2376877" y="0"/>
                    </a:cubicBezTo>
                    <a:cubicBezTo>
                      <a:pt x="2665079" y="23924"/>
                      <a:pt x="3000206" y="-27388"/>
                      <a:pt x="3227691" y="0"/>
                    </a:cubicBezTo>
                    <a:cubicBezTo>
                      <a:pt x="3455176" y="27388"/>
                      <a:pt x="3710616" y="-6438"/>
                      <a:pt x="3902941" y="0"/>
                    </a:cubicBezTo>
                    <a:cubicBezTo>
                      <a:pt x="4095266" y="6438"/>
                      <a:pt x="4516597" y="25425"/>
                      <a:pt x="4753755" y="0"/>
                    </a:cubicBezTo>
                    <a:cubicBezTo>
                      <a:pt x="4990913" y="-25425"/>
                      <a:pt x="5048396" y="-11862"/>
                      <a:pt x="5253439" y="0"/>
                    </a:cubicBezTo>
                    <a:cubicBezTo>
                      <a:pt x="5458482" y="11862"/>
                      <a:pt x="5678817" y="3486"/>
                      <a:pt x="5928688" y="0"/>
                    </a:cubicBezTo>
                    <a:cubicBezTo>
                      <a:pt x="6178559" y="-3486"/>
                      <a:pt x="6314033" y="8398"/>
                      <a:pt x="6428373" y="0"/>
                    </a:cubicBezTo>
                    <a:cubicBezTo>
                      <a:pt x="6542714" y="-8398"/>
                      <a:pt x="6720416" y="22837"/>
                      <a:pt x="6928057" y="0"/>
                    </a:cubicBezTo>
                    <a:cubicBezTo>
                      <a:pt x="7135698" y="-22837"/>
                      <a:pt x="7522631" y="-4476"/>
                      <a:pt x="7778871" y="0"/>
                    </a:cubicBezTo>
                    <a:cubicBezTo>
                      <a:pt x="8035111" y="4476"/>
                      <a:pt x="8409358" y="-43996"/>
                      <a:pt x="8778240" y="0"/>
                    </a:cubicBezTo>
                    <a:cubicBezTo>
                      <a:pt x="8784810" y="166976"/>
                      <a:pt x="8769718" y="413208"/>
                      <a:pt x="8778240" y="607559"/>
                    </a:cubicBezTo>
                    <a:cubicBezTo>
                      <a:pt x="8786762" y="801910"/>
                      <a:pt x="8796049" y="931703"/>
                      <a:pt x="8778240" y="1176337"/>
                    </a:cubicBezTo>
                    <a:cubicBezTo>
                      <a:pt x="8760431" y="1420971"/>
                      <a:pt x="8765441" y="1680091"/>
                      <a:pt x="8778240" y="1900237"/>
                    </a:cubicBezTo>
                    <a:cubicBezTo>
                      <a:pt x="8791039" y="2120383"/>
                      <a:pt x="8765184" y="2402727"/>
                      <a:pt x="8778240" y="2546576"/>
                    </a:cubicBezTo>
                    <a:cubicBezTo>
                      <a:pt x="8791296" y="2690425"/>
                      <a:pt x="8793582" y="2940750"/>
                      <a:pt x="8778240" y="3192915"/>
                    </a:cubicBezTo>
                    <a:cubicBezTo>
                      <a:pt x="8762898" y="3445080"/>
                      <a:pt x="8787347" y="3690070"/>
                      <a:pt x="8778240" y="3878035"/>
                    </a:cubicBezTo>
                    <a:cubicBezTo>
                      <a:pt x="8608017" y="3848812"/>
                      <a:pt x="8430080" y="3853023"/>
                      <a:pt x="8190773" y="3878035"/>
                    </a:cubicBezTo>
                    <a:cubicBezTo>
                      <a:pt x="7951466" y="3903047"/>
                      <a:pt x="7758075" y="3920255"/>
                      <a:pt x="7339959" y="3878035"/>
                    </a:cubicBezTo>
                    <a:cubicBezTo>
                      <a:pt x="6921843" y="3835815"/>
                      <a:pt x="6956658" y="3843260"/>
                      <a:pt x="6576928" y="3878035"/>
                    </a:cubicBezTo>
                    <a:cubicBezTo>
                      <a:pt x="6197198" y="3912810"/>
                      <a:pt x="6288328" y="3859972"/>
                      <a:pt x="6165025" y="3878035"/>
                    </a:cubicBezTo>
                    <a:cubicBezTo>
                      <a:pt x="6041722" y="3896098"/>
                      <a:pt x="5713598" y="3857105"/>
                      <a:pt x="5489776" y="3878035"/>
                    </a:cubicBezTo>
                    <a:cubicBezTo>
                      <a:pt x="5265954" y="3898965"/>
                      <a:pt x="5015912" y="3869606"/>
                      <a:pt x="4638962" y="3878035"/>
                    </a:cubicBezTo>
                    <a:cubicBezTo>
                      <a:pt x="4262012" y="3886464"/>
                      <a:pt x="4060500" y="3837652"/>
                      <a:pt x="3788148" y="3878035"/>
                    </a:cubicBezTo>
                    <a:cubicBezTo>
                      <a:pt x="3515796" y="3918418"/>
                      <a:pt x="3355933" y="3874998"/>
                      <a:pt x="3200681" y="3878035"/>
                    </a:cubicBezTo>
                    <a:cubicBezTo>
                      <a:pt x="3045429" y="3881072"/>
                      <a:pt x="2688563" y="3882397"/>
                      <a:pt x="2525432" y="3878035"/>
                    </a:cubicBezTo>
                    <a:cubicBezTo>
                      <a:pt x="2362301" y="3873673"/>
                      <a:pt x="2241666" y="3866751"/>
                      <a:pt x="2113530" y="3878035"/>
                    </a:cubicBezTo>
                    <a:cubicBezTo>
                      <a:pt x="1985394" y="3889319"/>
                      <a:pt x="1747724" y="3878866"/>
                      <a:pt x="1613846" y="3878035"/>
                    </a:cubicBezTo>
                    <a:cubicBezTo>
                      <a:pt x="1479968" y="3877204"/>
                      <a:pt x="1147658" y="3893927"/>
                      <a:pt x="1026379" y="3878035"/>
                    </a:cubicBezTo>
                    <a:cubicBezTo>
                      <a:pt x="905100" y="3862143"/>
                      <a:pt x="288386" y="3900660"/>
                      <a:pt x="0" y="3878035"/>
                    </a:cubicBezTo>
                    <a:cubicBezTo>
                      <a:pt x="-24664" y="3702109"/>
                      <a:pt x="-30271" y="3470716"/>
                      <a:pt x="0" y="3192915"/>
                    </a:cubicBezTo>
                    <a:cubicBezTo>
                      <a:pt x="30271" y="2915114"/>
                      <a:pt x="-22565" y="2832654"/>
                      <a:pt x="0" y="2624137"/>
                    </a:cubicBezTo>
                    <a:cubicBezTo>
                      <a:pt x="22565" y="2415620"/>
                      <a:pt x="-1627" y="2294203"/>
                      <a:pt x="0" y="2055359"/>
                    </a:cubicBezTo>
                    <a:cubicBezTo>
                      <a:pt x="1627" y="1816515"/>
                      <a:pt x="-18597" y="1535231"/>
                      <a:pt x="0" y="1370239"/>
                    </a:cubicBezTo>
                    <a:cubicBezTo>
                      <a:pt x="18597" y="1205247"/>
                      <a:pt x="24188" y="889149"/>
                      <a:pt x="0" y="685120"/>
                    </a:cubicBezTo>
                    <a:cubicBezTo>
                      <a:pt x="-24188" y="481091"/>
                      <a:pt x="-28052" y="295466"/>
                      <a:pt x="0" y="0"/>
                    </a:cubicBezTo>
                    <a:close/>
                  </a:path>
                  <a:path w="8778240" h="3878035" stroke="0" extrusionOk="0">
                    <a:moveTo>
                      <a:pt x="0" y="0"/>
                    </a:moveTo>
                    <a:cubicBezTo>
                      <a:pt x="223353" y="18986"/>
                      <a:pt x="464100" y="-14052"/>
                      <a:pt x="587467" y="0"/>
                    </a:cubicBezTo>
                    <a:cubicBezTo>
                      <a:pt x="710834" y="14052"/>
                      <a:pt x="1113701" y="521"/>
                      <a:pt x="1262716" y="0"/>
                    </a:cubicBezTo>
                    <a:cubicBezTo>
                      <a:pt x="1411731" y="-521"/>
                      <a:pt x="1703402" y="16362"/>
                      <a:pt x="1850183" y="0"/>
                    </a:cubicBezTo>
                    <a:cubicBezTo>
                      <a:pt x="1996964" y="-16362"/>
                      <a:pt x="2374624" y="17842"/>
                      <a:pt x="2613215" y="0"/>
                    </a:cubicBezTo>
                    <a:cubicBezTo>
                      <a:pt x="2851806" y="-17842"/>
                      <a:pt x="3181703" y="15842"/>
                      <a:pt x="3376246" y="0"/>
                    </a:cubicBezTo>
                    <a:cubicBezTo>
                      <a:pt x="3570789" y="-15842"/>
                      <a:pt x="3701795" y="9213"/>
                      <a:pt x="3788148" y="0"/>
                    </a:cubicBezTo>
                    <a:cubicBezTo>
                      <a:pt x="3874501" y="-9213"/>
                      <a:pt x="4066984" y="22846"/>
                      <a:pt x="4287833" y="0"/>
                    </a:cubicBezTo>
                    <a:cubicBezTo>
                      <a:pt x="4508683" y="-22846"/>
                      <a:pt x="4556309" y="-16352"/>
                      <a:pt x="4699735" y="0"/>
                    </a:cubicBezTo>
                    <a:cubicBezTo>
                      <a:pt x="4843161" y="16352"/>
                      <a:pt x="5360995" y="-31311"/>
                      <a:pt x="5550549" y="0"/>
                    </a:cubicBezTo>
                    <a:cubicBezTo>
                      <a:pt x="5740103" y="31311"/>
                      <a:pt x="5761994" y="-19282"/>
                      <a:pt x="5962451" y="0"/>
                    </a:cubicBezTo>
                    <a:cubicBezTo>
                      <a:pt x="6162908" y="19282"/>
                      <a:pt x="6299104" y="-11943"/>
                      <a:pt x="6462135" y="0"/>
                    </a:cubicBezTo>
                    <a:cubicBezTo>
                      <a:pt x="6625166" y="11943"/>
                      <a:pt x="7137113" y="7290"/>
                      <a:pt x="7312949" y="0"/>
                    </a:cubicBezTo>
                    <a:cubicBezTo>
                      <a:pt x="7488785" y="-7290"/>
                      <a:pt x="7690260" y="310"/>
                      <a:pt x="7988198" y="0"/>
                    </a:cubicBezTo>
                    <a:cubicBezTo>
                      <a:pt x="8286136" y="-310"/>
                      <a:pt x="8475736" y="11465"/>
                      <a:pt x="8778240" y="0"/>
                    </a:cubicBezTo>
                    <a:cubicBezTo>
                      <a:pt x="8795192" y="294271"/>
                      <a:pt x="8750856" y="393905"/>
                      <a:pt x="8778240" y="607559"/>
                    </a:cubicBezTo>
                    <a:cubicBezTo>
                      <a:pt x="8805624" y="821213"/>
                      <a:pt x="8788119" y="1015184"/>
                      <a:pt x="8778240" y="1253898"/>
                    </a:cubicBezTo>
                    <a:cubicBezTo>
                      <a:pt x="8768361" y="1492612"/>
                      <a:pt x="8776874" y="1571293"/>
                      <a:pt x="8778240" y="1783896"/>
                    </a:cubicBezTo>
                    <a:cubicBezTo>
                      <a:pt x="8779606" y="1996499"/>
                      <a:pt x="8757616" y="2280679"/>
                      <a:pt x="8778240" y="2507796"/>
                    </a:cubicBezTo>
                    <a:cubicBezTo>
                      <a:pt x="8798864" y="2734913"/>
                      <a:pt x="8763525" y="2997497"/>
                      <a:pt x="8778240" y="3192915"/>
                    </a:cubicBezTo>
                    <a:cubicBezTo>
                      <a:pt x="8792955" y="3388333"/>
                      <a:pt x="8770180" y="3669859"/>
                      <a:pt x="8778240" y="3878035"/>
                    </a:cubicBezTo>
                    <a:cubicBezTo>
                      <a:pt x="8530089" y="3893507"/>
                      <a:pt x="8375845" y="3846119"/>
                      <a:pt x="8102991" y="3878035"/>
                    </a:cubicBezTo>
                    <a:cubicBezTo>
                      <a:pt x="7830137" y="3909951"/>
                      <a:pt x="7682111" y="3859918"/>
                      <a:pt x="7427742" y="3878035"/>
                    </a:cubicBezTo>
                    <a:cubicBezTo>
                      <a:pt x="7173373" y="3896152"/>
                      <a:pt x="6855401" y="3912885"/>
                      <a:pt x="6664710" y="3878035"/>
                    </a:cubicBezTo>
                    <a:cubicBezTo>
                      <a:pt x="6474019" y="3843185"/>
                      <a:pt x="6429193" y="3866984"/>
                      <a:pt x="6252808" y="3878035"/>
                    </a:cubicBezTo>
                    <a:cubicBezTo>
                      <a:pt x="6076423" y="3889086"/>
                      <a:pt x="5956840" y="3862329"/>
                      <a:pt x="5753123" y="3878035"/>
                    </a:cubicBezTo>
                    <a:cubicBezTo>
                      <a:pt x="5549407" y="3893741"/>
                      <a:pt x="5275273" y="3893857"/>
                      <a:pt x="5077874" y="3878035"/>
                    </a:cubicBezTo>
                    <a:cubicBezTo>
                      <a:pt x="4880475" y="3862213"/>
                      <a:pt x="4609616" y="3854721"/>
                      <a:pt x="4402625" y="3878035"/>
                    </a:cubicBezTo>
                    <a:cubicBezTo>
                      <a:pt x="4195634" y="3901349"/>
                      <a:pt x="3736630" y="3853098"/>
                      <a:pt x="3551811" y="3878035"/>
                    </a:cubicBezTo>
                    <a:cubicBezTo>
                      <a:pt x="3366992" y="3902972"/>
                      <a:pt x="2988813" y="3893102"/>
                      <a:pt x="2788779" y="3878035"/>
                    </a:cubicBezTo>
                    <a:cubicBezTo>
                      <a:pt x="2588745" y="3862968"/>
                      <a:pt x="2284517" y="3896901"/>
                      <a:pt x="2025748" y="3878035"/>
                    </a:cubicBezTo>
                    <a:cubicBezTo>
                      <a:pt x="1766979" y="3859169"/>
                      <a:pt x="1724843" y="3850861"/>
                      <a:pt x="1438281" y="3878035"/>
                    </a:cubicBezTo>
                    <a:cubicBezTo>
                      <a:pt x="1151719" y="3905209"/>
                      <a:pt x="1125112" y="3854232"/>
                      <a:pt x="938596" y="3878035"/>
                    </a:cubicBezTo>
                    <a:cubicBezTo>
                      <a:pt x="752080" y="3901838"/>
                      <a:pt x="269377" y="3908987"/>
                      <a:pt x="0" y="3878035"/>
                    </a:cubicBezTo>
                    <a:cubicBezTo>
                      <a:pt x="-12157" y="3679766"/>
                      <a:pt x="-31242" y="3380469"/>
                      <a:pt x="0" y="3231696"/>
                    </a:cubicBezTo>
                    <a:cubicBezTo>
                      <a:pt x="31242" y="3082923"/>
                      <a:pt x="18510" y="2944635"/>
                      <a:pt x="0" y="2662917"/>
                    </a:cubicBezTo>
                    <a:cubicBezTo>
                      <a:pt x="-18510" y="2381199"/>
                      <a:pt x="-24932" y="2226739"/>
                      <a:pt x="0" y="1939018"/>
                    </a:cubicBezTo>
                    <a:cubicBezTo>
                      <a:pt x="24932" y="1651297"/>
                      <a:pt x="11435" y="1366605"/>
                      <a:pt x="0" y="1215118"/>
                    </a:cubicBezTo>
                    <a:cubicBezTo>
                      <a:pt x="-11435" y="1063631"/>
                      <a:pt x="-24" y="776483"/>
                      <a:pt x="0" y="568778"/>
                    </a:cubicBezTo>
                    <a:cubicBezTo>
                      <a:pt x="24" y="361073"/>
                      <a:pt x="11581" y="1948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100287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7" name="그림 26" descr="텍스트, 스크린샷, 소프트웨어, 컴퓨터 아이콘이(가) 표시된 사진&#10;&#10;자동 생성된 설명">
              <a:extLst>
                <a:ext uri="{FF2B5EF4-FFF2-40B4-BE49-F238E27FC236}">
                  <a16:creationId xmlns:a16="http://schemas.microsoft.com/office/drawing/2014/main" id="{940F7885-93E4-AEFA-20ED-E9CB915201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48" t="13148" r="1011" b="3852"/>
            <a:stretch/>
          </p:blipFill>
          <p:spPr>
            <a:xfrm>
              <a:off x="1798139" y="1798028"/>
              <a:ext cx="4323253" cy="3254147"/>
            </a:xfrm>
            <a:prstGeom prst="rect">
              <a:avLst/>
            </a:prstGeom>
          </p:spPr>
        </p:pic>
        <p:pic>
          <p:nvPicPr>
            <p:cNvPr id="28" name="그림 27" descr="텍스트, 스크린샷, 소프트웨어, 컴퓨터 아이콘이(가) 표시된 사진&#10;&#10;자동 생성된 설명">
              <a:extLst>
                <a:ext uri="{FF2B5EF4-FFF2-40B4-BE49-F238E27FC236}">
                  <a16:creationId xmlns:a16="http://schemas.microsoft.com/office/drawing/2014/main" id="{25686469-1185-BB8E-A340-039CD2BC7C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7" t="8766" r="685" b="3897"/>
            <a:stretch/>
          </p:blipFill>
          <p:spPr>
            <a:xfrm>
              <a:off x="6182563" y="1798028"/>
              <a:ext cx="4197101" cy="33243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9645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731F5B4-8B80-165D-E15B-2585292B4C19}"/>
              </a:ext>
            </a:extLst>
          </p:cNvPr>
          <p:cNvGrpSpPr/>
          <p:nvPr/>
        </p:nvGrpSpPr>
        <p:grpSpPr>
          <a:xfrm>
            <a:off x="1604772" y="1470152"/>
            <a:ext cx="8982456" cy="3917696"/>
            <a:chOff x="1604772" y="1405502"/>
            <a:chExt cx="8982456" cy="407148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6D61C00-E54A-BB8E-E0F1-9A3793F425C8}"/>
                </a:ext>
              </a:extLst>
            </p:cNvPr>
            <p:cNvSpPr/>
            <p:nvPr/>
          </p:nvSpPr>
          <p:spPr>
            <a:xfrm>
              <a:off x="1604772" y="1405502"/>
              <a:ext cx="8982456" cy="4071487"/>
            </a:xfrm>
            <a:custGeom>
              <a:avLst/>
              <a:gdLst>
                <a:gd name="connsiteX0" fmla="*/ 0 w 8982456"/>
                <a:gd name="connsiteY0" fmla="*/ 0 h 4071487"/>
                <a:gd name="connsiteX1" fmla="*/ 780783 w 8982456"/>
                <a:gd name="connsiteY1" fmla="*/ 0 h 4071487"/>
                <a:gd name="connsiteX2" fmla="*/ 1561565 w 8982456"/>
                <a:gd name="connsiteY2" fmla="*/ 0 h 4071487"/>
                <a:gd name="connsiteX3" fmla="*/ 2432173 w 8982456"/>
                <a:gd name="connsiteY3" fmla="*/ 0 h 4071487"/>
                <a:gd name="connsiteX4" fmla="*/ 3302780 w 8982456"/>
                <a:gd name="connsiteY4" fmla="*/ 0 h 4071487"/>
                <a:gd name="connsiteX5" fmla="*/ 3993738 w 8982456"/>
                <a:gd name="connsiteY5" fmla="*/ 0 h 4071487"/>
                <a:gd name="connsiteX6" fmla="*/ 4864345 w 8982456"/>
                <a:gd name="connsiteY6" fmla="*/ 0 h 4071487"/>
                <a:gd name="connsiteX7" fmla="*/ 5375654 w 8982456"/>
                <a:gd name="connsiteY7" fmla="*/ 0 h 4071487"/>
                <a:gd name="connsiteX8" fmla="*/ 6066613 w 8982456"/>
                <a:gd name="connsiteY8" fmla="*/ 0 h 4071487"/>
                <a:gd name="connsiteX9" fmla="*/ 6577922 w 8982456"/>
                <a:gd name="connsiteY9" fmla="*/ 0 h 4071487"/>
                <a:gd name="connsiteX10" fmla="*/ 7089231 w 8982456"/>
                <a:gd name="connsiteY10" fmla="*/ 0 h 4071487"/>
                <a:gd name="connsiteX11" fmla="*/ 7959838 w 8982456"/>
                <a:gd name="connsiteY11" fmla="*/ 0 h 4071487"/>
                <a:gd name="connsiteX12" fmla="*/ 8982456 w 8982456"/>
                <a:gd name="connsiteY12" fmla="*/ 0 h 4071487"/>
                <a:gd name="connsiteX13" fmla="*/ 8982456 w 8982456"/>
                <a:gd name="connsiteY13" fmla="*/ 637866 h 4071487"/>
                <a:gd name="connsiteX14" fmla="*/ 8982456 w 8982456"/>
                <a:gd name="connsiteY14" fmla="*/ 1235018 h 4071487"/>
                <a:gd name="connsiteX15" fmla="*/ 8982456 w 8982456"/>
                <a:gd name="connsiteY15" fmla="*/ 1995029 h 4071487"/>
                <a:gd name="connsiteX16" fmla="*/ 8982456 w 8982456"/>
                <a:gd name="connsiteY16" fmla="*/ 2673610 h 4071487"/>
                <a:gd name="connsiteX17" fmla="*/ 8982456 w 8982456"/>
                <a:gd name="connsiteY17" fmla="*/ 3352191 h 4071487"/>
                <a:gd name="connsiteX18" fmla="*/ 8982456 w 8982456"/>
                <a:gd name="connsiteY18" fmla="*/ 4071487 h 4071487"/>
                <a:gd name="connsiteX19" fmla="*/ 8381322 w 8982456"/>
                <a:gd name="connsiteY19" fmla="*/ 4071487 h 4071487"/>
                <a:gd name="connsiteX20" fmla="*/ 7510715 w 8982456"/>
                <a:gd name="connsiteY20" fmla="*/ 4071487 h 4071487"/>
                <a:gd name="connsiteX21" fmla="*/ 6729932 w 8982456"/>
                <a:gd name="connsiteY21" fmla="*/ 4071487 h 4071487"/>
                <a:gd name="connsiteX22" fmla="*/ 6308448 w 8982456"/>
                <a:gd name="connsiteY22" fmla="*/ 4071487 h 4071487"/>
                <a:gd name="connsiteX23" fmla="*/ 5617490 w 8982456"/>
                <a:gd name="connsiteY23" fmla="*/ 4071487 h 4071487"/>
                <a:gd name="connsiteX24" fmla="*/ 4746883 w 8982456"/>
                <a:gd name="connsiteY24" fmla="*/ 4071487 h 4071487"/>
                <a:gd name="connsiteX25" fmla="*/ 3876275 w 8982456"/>
                <a:gd name="connsiteY25" fmla="*/ 4071487 h 4071487"/>
                <a:gd name="connsiteX26" fmla="*/ 3275142 w 8982456"/>
                <a:gd name="connsiteY26" fmla="*/ 4071487 h 4071487"/>
                <a:gd name="connsiteX27" fmla="*/ 2584183 w 8982456"/>
                <a:gd name="connsiteY27" fmla="*/ 4071487 h 4071487"/>
                <a:gd name="connsiteX28" fmla="*/ 2162699 w 8982456"/>
                <a:gd name="connsiteY28" fmla="*/ 4071487 h 4071487"/>
                <a:gd name="connsiteX29" fmla="*/ 1651390 w 8982456"/>
                <a:gd name="connsiteY29" fmla="*/ 4071487 h 4071487"/>
                <a:gd name="connsiteX30" fmla="*/ 1050256 w 8982456"/>
                <a:gd name="connsiteY30" fmla="*/ 4071487 h 4071487"/>
                <a:gd name="connsiteX31" fmla="*/ 0 w 8982456"/>
                <a:gd name="connsiteY31" fmla="*/ 4071487 h 4071487"/>
                <a:gd name="connsiteX32" fmla="*/ 0 w 8982456"/>
                <a:gd name="connsiteY32" fmla="*/ 3352191 h 4071487"/>
                <a:gd name="connsiteX33" fmla="*/ 0 w 8982456"/>
                <a:gd name="connsiteY33" fmla="*/ 2755040 h 4071487"/>
                <a:gd name="connsiteX34" fmla="*/ 0 w 8982456"/>
                <a:gd name="connsiteY34" fmla="*/ 2157888 h 4071487"/>
                <a:gd name="connsiteX35" fmla="*/ 0 w 8982456"/>
                <a:gd name="connsiteY35" fmla="*/ 1438592 h 4071487"/>
                <a:gd name="connsiteX36" fmla="*/ 0 w 8982456"/>
                <a:gd name="connsiteY36" fmla="*/ 719296 h 4071487"/>
                <a:gd name="connsiteX37" fmla="*/ 0 w 8982456"/>
                <a:gd name="connsiteY37" fmla="*/ 0 h 407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982456" h="4071487" fill="none" extrusionOk="0">
                  <a:moveTo>
                    <a:pt x="0" y="0"/>
                  </a:moveTo>
                  <a:cubicBezTo>
                    <a:pt x="251166" y="-1504"/>
                    <a:pt x="499571" y="-3594"/>
                    <a:pt x="780783" y="0"/>
                  </a:cubicBezTo>
                  <a:cubicBezTo>
                    <a:pt x="1061995" y="3594"/>
                    <a:pt x="1225803" y="36003"/>
                    <a:pt x="1561565" y="0"/>
                  </a:cubicBezTo>
                  <a:cubicBezTo>
                    <a:pt x="1897327" y="-36003"/>
                    <a:pt x="2081208" y="21888"/>
                    <a:pt x="2432173" y="0"/>
                  </a:cubicBezTo>
                  <a:cubicBezTo>
                    <a:pt x="2783138" y="-21888"/>
                    <a:pt x="3090109" y="-6759"/>
                    <a:pt x="3302780" y="0"/>
                  </a:cubicBezTo>
                  <a:cubicBezTo>
                    <a:pt x="3515451" y="6759"/>
                    <a:pt x="3835671" y="-13670"/>
                    <a:pt x="3993738" y="0"/>
                  </a:cubicBezTo>
                  <a:cubicBezTo>
                    <a:pt x="4151805" y="13670"/>
                    <a:pt x="4504831" y="-31855"/>
                    <a:pt x="4864345" y="0"/>
                  </a:cubicBezTo>
                  <a:cubicBezTo>
                    <a:pt x="5223859" y="31855"/>
                    <a:pt x="5184257" y="-7867"/>
                    <a:pt x="5375654" y="0"/>
                  </a:cubicBezTo>
                  <a:cubicBezTo>
                    <a:pt x="5567051" y="7867"/>
                    <a:pt x="5880217" y="-32399"/>
                    <a:pt x="6066613" y="0"/>
                  </a:cubicBezTo>
                  <a:cubicBezTo>
                    <a:pt x="6253009" y="32399"/>
                    <a:pt x="6327869" y="534"/>
                    <a:pt x="6577922" y="0"/>
                  </a:cubicBezTo>
                  <a:cubicBezTo>
                    <a:pt x="6827975" y="-534"/>
                    <a:pt x="6971448" y="24390"/>
                    <a:pt x="7089231" y="0"/>
                  </a:cubicBezTo>
                  <a:cubicBezTo>
                    <a:pt x="7207014" y="-24390"/>
                    <a:pt x="7728683" y="14333"/>
                    <a:pt x="7959838" y="0"/>
                  </a:cubicBezTo>
                  <a:cubicBezTo>
                    <a:pt x="8190993" y="-14333"/>
                    <a:pt x="8766826" y="-36501"/>
                    <a:pt x="8982456" y="0"/>
                  </a:cubicBezTo>
                  <a:cubicBezTo>
                    <a:pt x="8986165" y="312631"/>
                    <a:pt x="9003672" y="366123"/>
                    <a:pt x="8982456" y="637866"/>
                  </a:cubicBezTo>
                  <a:cubicBezTo>
                    <a:pt x="8961240" y="909609"/>
                    <a:pt x="8986199" y="1068791"/>
                    <a:pt x="8982456" y="1235018"/>
                  </a:cubicBezTo>
                  <a:cubicBezTo>
                    <a:pt x="8978713" y="1401245"/>
                    <a:pt x="9015798" y="1794654"/>
                    <a:pt x="8982456" y="1995029"/>
                  </a:cubicBezTo>
                  <a:cubicBezTo>
                    <a:pt x="8949114" y="2195404"/>
                    <a:pt x="8959350" y="2518047"/>
                    <a:pt x="8982456" y="2673610"/>
                  </a:cubicBezTo>
                  <a:cubicBezTo>
                    <a:pt x="9005562" y="2829173"/>
                    <a:pt x="8969894" y="3018870"/>
                    <a:pt x="8982456" y="3352191"/>
                  </a:cubicBezTo>
                  <a:cubicBezTo>
                    <a:pt x="8995018" y="3685512"/>
                    <a:pt x="8993944" y="3729075"/>
                    <a:pt x="8982456" y="4071487"/>
                  </a:cubicBezTo>
                  <a:cubicBezTo>
                    <a:pt x="8791899" y="4060745"/>
                    <a:pt x="8527338" y="4091357"/>
                    <a:pt x="8381322" y="4071487"/>
                  </a:cubicBezTo>
                  <a:cubicBezTo>
                    <a:pt x="8235306" y="4051617"/>
                    <a:pt x="7892592" y="4068171"/>
                    <a:pt x="7510715" y="4071487"/>
                  </a:cubicBezTo>
                  <a:cubicBezTo>
                    <a:pt x="7128838" y="4074803"/>
                    <a:pt x="7011769" y="4042126"/>
                    <a:pt x="6729932" y="4071487"/>
                  </a:cubicBezTo>
                  <a:cubicBezTo>
                    <a:pt x="6448095" y="4100848"/>
                    <a:pt x="6456182" y="4086027"/>
                    <a:pt x="6308448" y="4071487"/>
                  </a:cubicBezTo>
                  <a:cubicBezTo>
                    <a:pt x="6160714" y="4056947"/>
                    <a:pt x="5778902" y="4037679"/>
                    <a:pt x="5617490" y="4071487"/>
                  </a:cubicBezTo>
                  <a:cubicBezTo>
                    <a:pt x="5456078" y="4105295"/>
                    <a:pt x="5142963" y="4068746"/>
                    <a:pt x="4746883" y="4071487"/>
                  </a:cubicBezTo>
                  <a:cubicBezTo>
                    <a:pt x="4350803" y="4074228"/>
                    <a:pt x="4189579" y="4110579"/>
                    <a:pt x="3876275" y="4071487"/>
                  </a:cubicBezTo>
                  <a:cubicBezTo>
                    <a:pt x="3562971" y="4032395"/>
                    <a:pt x="3456669" y="4046545"/>
                    <a:pt x="3275142" y="4071487"/>
                  </a:cubicBezTo>
                  <a:cubicBezTo>
                    <a:pt x="3093615" y="4096429"/>
                    <a:pt x="2798253" y="4066678"/>
                    <a:pt x="2584183" y="4071487"/>
                  </a:cubicBezTo>
                  <a:cubicBezTo>
                    <a:pt x="2370113" y="4076296"/>
                    <a:pt x="2262470" y="4067716"/>
                    <a:pt x="2162699" y="4071487"/>
                  </a:cubicBezTo>
                  <a:cubicBezTo>
                    <a:pt x="2062928" y="4075258"/>
                    <a:pt x="1862019" y="4087421"/>
                    <a:pt x="1651390" y="4071487"/>
                  </a:cubicBezTo>
                  <a:cubicBezTo>
                    <a:pt x="1440761" y="4055553"/>
                    <a:pt x="1289569" y="4077950"/>
                    <a:pt x="1050256" y="4071487"/>
                  </a:cubicBezTo>
                  <a:cubicBezTo>
                    <a:pt x="810943" y="4065024"/>
                    <a:pt x="276144" y="4079228"/>
                    <a:pt x="0" y="4071487"/>
                  </a:cubicBezTo>
                  <a:cubicBezTo>
                    <a:pt x="5429" y="3737108"/>
                    <a:pt x="33121" y="3515793"/>
                    <a:pt x="0" y="3352191"/>
                  </a:cubicBezTo>
                  <a:cubicBezTo>
                    <a:pt x="-33121" y="3188589"/>
                    <a:pt x="-23095" y="2965092"/>
                    <a:pt x="0" y="2755040"/>
                  </a:cubicBezTo>
                  <a:cubicBezTo>
                    <a:pt x="23095" y="2544988"/>
                    <a:pt x="-23566" y="2429418"/>
                    <a:pt x="0" y="2157888"/>
                  </a:cubicBezTo>
                  <a:cubicBezTo>
                    <a:pt x="23566" y="1886358"/>
                    <a:pt x="-22776" y="1700337"/>
                    <a:pt x="0" y="1438592"/>
                  </a:cubicBezTo>
                  <a:cubicBezTo>
                    <a:pt x="22776" y="1176847"/>
                    <a:pt x="22658" y="908121"/>
                    <a:pt x="0" y="719296"/>
                  </a:cubicBezTo>
                  <a:cubicBezTo>
                    <a:pt x="-22658" y="530471"/>
                    <a:pt x="30258" y="170099"/>
                    <a:pt x="0" y="0"/>
                  </a:cubicBezTo>
                  <a:close/>
                </a:path>
                <a:path w="8982456" h="4071487" stroke="0" extrusionOk="0">
                  <a:moveTo>
                    <a:pt x="0" y="0"/>
                  </a:moveTo>
                  <a:cubicBezTo>
                    <a:pt x="162617" y="-1284"/>
                    <a:pt x="336752" y="15650"/>
                    <a:pt x="601134" y="0"/>
                  </a:cubicBezTo>
                  <a:cubicBezTo>
                    <a:pt x="865516" y="-15650"/>
                    <a:pt x="1123312" y="5520"/>
                    <a:pt x="1292092" y="0"/>
                  </a:cubicBezTo>
                  <a:cubicBezTo>
                    <a:pt x="1460872" y="-5520"/>
                    <a:pt x="1599012" y="9768"/>
                    <a:pt x="1893225" y="0"/>
                  </a:cubicBezTo>
                  <a:cubicBezTo>
                    <a:pt x="2187438" y="-9768"/>
                    <a:pt x="2367560" y="-7555"/>
                    <a:pt x="2674008" y="0"/>
                  </a:cubicBezTo>
                  <a:cubicBezTo>
                    <a:pt x="2980456" y="7555"/>
                    <a:pt x="3076163" y="-6488"/>
                    <a:pt x="3454791" y="0"/>
                  </a:cubicBezTo>
                  <a:cubicBezTo>
                    <a:pt x="3833419" y="6488"/>
                    <a:pt x="3764257" y="6716"/>
                    <a:pt x="3876275" y="0"/>
                  </a:cubicBezTo>
                  <a:cubicBezTo>
                    <a:pt x="3988293" y="-6716"/>
                    <a:pt x="4161726" y="3786"/>
                    <a:pt x="4387584" y="0"/>
                  </a:cubicBezTo>
                  <a:cubicBezTo>
                    <a:pt x="4613442" y="-3786"/>
                    <a:pt x="4697195" y="-7866"/>
                    <a:pt x="4809069" y="0"/>
                  </a:cubicBezTo>
                  <a:cubicBezTo>
                    <a:pt x="4920944" y="7866"/>
                    <a:pt x="5411698" y="-28069"/>
                    <a:pt x="5679676" y="0"/>
                  </a:cubicBezTo>
                  <a:cubicBezTo>
                    <a:pt x="5947654" y="28069"/>
                    <a:pt x="5909975" y="2361"/>
                    <a:pt x="6101160" y="0"/>
                  </a:cubicBezTo>
                  <a:cubicBezTo>
                    <a:pt x="6292345" y="-2361"/>
                    <a:pt x="6397164" y="-19092"/>
                    <a:pt x="6612470" y="0"/>
                  </a:cubicBezTo>
                  <a:cubicBezTo>
                    <a:pt x="6827776" y="19092"/>
                    <a:pt x="7093512" y="17633"/>
                    <a:pt x="7483077" y="0"/>
                  </a:cubicBezTo>
                  <a:cubicBezTo>
                    <a:pt x="7872642" y="-17633"/>
                    <a:pt x="7944839" y="-8044"/>
                    <a:pt x="8174035" y="0"/>
                  </a:cubicBezTo>
                  <a:cubicBezTo>
                    <a:pt x="8403231" y="8044"/>
                    <a:pt x="8625143" y="-3665"/>
                    <a:pt x="8982456" y="0"/>
                  </a:cubicBezTo>
                  <a:cubicBezTo>
                    <a:pt x="8986004" y="276893"/>
                    <a:pt x="9014275" y="495707"/>
                    <a:pt x="8982456" y="637866"/>
                  </a:cubicBezTo>
                  <a:cubicBezTo>
                    <a:pt x="8950637" y="780025"/>
                    <a:pt x="8999286" y="1066227"/>
                    <a:pt x="8982456" y="1316447"/>
                  </a:cubicBezTo>
                  <a:cubicBezTo>
                    <a:pt x="8965626" y="1566667"/>
                    <a:pt x="8997108" y="1682961"/>
                    <a:pt x="8982456" y="1872884"/>
                  </a:cubicBezTo>
                  <a:cubicBezTo>
                    <a:pt x="8967804" y="2062807"/>
                    <a:pt x="8965849" y="2369452"/>
                    <a:pt x="8982456" y="2632895"/>
                  </a:cubicBezTo>
                  <a:cubicBezTo>
                    <a:pt x="8999063" y="2896338"/>
                    <a:pt x="8970541" y="3198263"/>
                    <a:pt x="8982456" y="3352191"/>
                  </a:cubicBezTo>
                  <a:cubicBezTo>
                    <a:pt x="8994371" y="3506119"/>
                    <a:pt x="8992047" y="3769698"/>
                    <a:pt x="8982456" y="4071487"/>
                  </a:cubicBezTo>
                  <a:cubicBezTo>
                    <a:pt x="8826900" y="4091909"/>
                    <a:pt x="8615606" y="4089814"/>
                    <a:pt x="8291498" y="4071487"/>
                  </a:cubicBezTo>
                  <a:cubicBezTo>
                    <a:pt x="7967390" y="4053160"/>
                    <a:pt x="7773955" y="4063627"/>
                    <a:pt x="7600540" y="4071487"/>
                  </a:cubicBezTo>
                  <a:cubicBezTo>
                    <a:pt x="7427125" y="4079347"/>
                    <a:pt x="7052915" y="4050024"/>
                    <a:pt x="6819757" y="4071487"/>
                  </a:cubicBezTo>
                  <a:cubicBezTo>
                    <a:pt x="6586599" y="4092950"/>
                    <a:pt x="6494412" y="4077144"/>
                    <a:pt x="6398273" y="4071487"/>
                  </a:cubicBezTo>
                  <a:cubicBezTo>
                    <a:pt x="6302134" y="4065830"/>
                    <a:pt x="6086313" y="4084796"/>
                    <a:pt x="5886963" y="4071487"/>
                  </a:cubicBezTo>
                  <a:cubicBezTo>
                    <a:pt x="5687613" y="4058179"/>
                    <a:pt x="5415347" y="4055580"/>
                    <a:pt x="5196005" y="4071487"/>
                  </a:cubicBezTo>
                  <a:cubicBezTo>
                    <a:pt x="4976663" y="4087394"/>
                    <a:pt x="4845242" y="4057502"/>
                    <a:pt x="4505047" y="4071487"/>
                  </a:cubicBezTo>
                  <a:cubicBezTo>
                    <a:pt x="4164852" y="4085472"/>
                    <a:pt x="3827419" y="4093933"/>
                    <a:pt x="3634440" y="4071487"/>
                  </a:cubicBezTo>
                  <a:cubicBezTo>
                    <a:pt x="3441461" y="4049041"/>
                    <a:pt x="3020616" y="4108194"/>
                    <a:pt x="2853657" y="4071487"/>
                  </a:cubicBezTo>
                  <a:cubicBezTo>
                    <a:pt x="2686698" y="4034780"/>
                    <a:pt x="2411618" y="4032968"/>
                    <a:pt x="2072874" y="4071487"/>
                  </a:cubicBezTo>
                  <a:cubicBezTo>
                    <a:pt x="1734130" y="4110006"/>
                    <a:pt x="1650290" y="4074548"/>
                    <a:pt x="1471741" y="4071487"/>
                  </a:cubicBezTo>
                  <a:cubicBezTo>
                    <a:pt x="1293192" y="4068426"/>
                    <a:pt x="1127821" y="4071786"/>
                    <a:pt x="960432" y="4071487"/>
                  </a:cubicBezTo>
                  <a:cubicBezTo>
                    <a:pt x="793043" y="4071188"/>
                    <a:pt x="389227" y="4116793"/>
                    <a:pt x="0" y="4071487"/>
                  </a:cubicBezTo>
                  <a:cubicBezTo>
                    <a:pt x="8510" y="3844684"/>
                    <a:pt x="-4868" y="3595585"/>
                    <a:pt x="0" y="3392906"/>
                  </a:cubicBezTo>
                  <a:cubicBezTo>
                    <a:pt x="4868" y="3190227"/>
                    <a:pt x="-10577" y="3062166"/>
                    <a:pt x="0" y="2795754"/>
                  </a:cubicBezTo>
                  <a:cubicBezTo>
                    <a:pt x="10577" y="2529342"/>
                    <a:pt x="-25593" y="2303875"/>
                    <a:pt x="0" y="2035744"/>
                  </a:cubicBezTo>
                  <a:cubicBezTo>
                    <a:pt x="25593" y="1767613"/>
                    <a:pt x="-25889" y="1634042"/>
                    <a:pt x="0" y="1275733"/>
                  </a:cubicBezTo>
                  <a:cubicBezTo>
                    <a:pt x="25889" y="917424"/>
                    <a:pt x="4391" y="866782"/>
                    <a:pt x="0" y="597151"/>
                  </a:cubicBezTo>
                  <a:cubicBezTo>
                    <a:pt x="-4391" y="327520"/>
                    <a:pt x="-16680" y="18902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F42537A-1508-29F0-03E0-F7EDDC11D453}"/>
                </a:ext>
              </a:extLst>
            </p:cNvPr>
            <p:cNvSpPr/>
            <p:nvPr/>
          </p:nvSpPr>
          <p:spPr>
            <a:xfrm>
              <a:off x="1706880" y="1502229"/>
              <a:ext cx="8778240" cy="3878035"/>
            </a:xfrm>
            <a:custGeom>
              <a:avLst/>
              <a:gdLst>
                <a:gd name="connsiteX0" fmla="*/ 0 w 8778240"/>
                <a:gd name="connsiteY0" fmla="*/ 0 h 3878035"/>
                <a:gd name="connsiteX1" fmla="*/ 763032 w 8778240"/>
                <a:gd name="connsiteY1" fmla="*/ 0 h 3878035"/>
                <a:gd name="connsiteX2" fmla="*/ 1526063 w 8778240"/>
                <a:gd name="connsiteY2" fmla="*/ 0 h 3878035"/>
                <a:gd name="connsiteX3" fmla="*/ 2376877 w 8778240"/>
                <a:gd name="connsiteY3" fmla="*/ 0 h 3878035"/>
                <a:gd name="connsiteX4" fmla="*/ 3227691 w 8778240"/>
                <a:gd name="connsiteY4" fmla="*/ 0 h 3878035"/>
                <a:gd name="connsiteX5" fmla="*/ 3902941 w 8778240"/>
                <a:gd name="connsiteY5" fmla="*/ 0 h 3878035"/>
                <a:gd name="connsiteX6" fmla="*/ 4753755 w 8778240"/>
                <a:gd name="connsiteY6" fmla="*/ 0 h 3878035"/>
                <a:gd name="connsiteX7" fmla="*/ 5253439 w 8778240"/>
                <a:gd name="connsiteY7" fmla="*/ 0 h 3878035"/>
                <a:gd name="connsiteX8" fmla="*/ 5928688 w 8778240"/>
                <a:gd name="connsiteY8" fmla="*/ 0 h 3878035"/>
                <a:gd name="connsiteX9" fmla="*/ 6428373 w 8778240"/>
                <a:gd name="connsiteY9" fmla="*/ 0 h 3878035"/>
                <a:gd name="connsiteX10" fmla="*/ 6928057 w 8778240"/>
                <a:gd name="connsiteY10" fmla="*/ 0 h 3878035"/>
                <a:gd name="connsiteX11" fmla="*/ 7778871 w 8778240"/>
                <a:gd name="connsiteY11" fmla="*/ 0 h 3878035"/>
                <a:gd name="connsiteX12" fmla="*/ 8778240 w 8778240"/>
                <a:gd name="connsiteY12" fmla="*/ 0 h 3878035"/>
                <a:gd name="connsiteX13" fmla="*/ 8778240 w 8778240"/>
                <a:gd name="connsiteY13" fmla="*/ 607559 h 3878035"/>
                <a:gd name="connsiteX14" fmla="*/ 8778240 w 8778240"/>
                <a:gd name="connsiteY14" fmla="*/ 1176337 h 3878035"/>
                <a:gd name="connsiteX15" fmla="*/ 8778240 w 8778240"/>
                <a:gd name="connsiteY15" fmla="*/ 1900237 h 3878035"/>
                <a:gd name="connsiteX16" fmla="*/ 8778240 w 8778240"/>
                <a:gd name="connsiteY16" fmla="*/ 2546576 h 3878035"/>
                <a:gd name="connsiteX17" fmla="*/ 8778240 w 8778240"/>
                <a:gd name="connsiteY17" fmla="*/ 3192915 h 3878035"/>
                <a:gd name="connsiteX18" fmla="*/ 8778240 w 8778240"/>
                <a:gd name="connsiteY18" fmla="*/ 3878035 h 3878035"/>
                <a:gd name="connsiteX19" fmla="*/ 8190773 w 8778240"/>
                <a:gd name="connsiteY19" fmla="*/ 3878035 h 3878035"/>
                <a:gd name="connsiteX20" fmla="*/ 7339959 w 8778240"/>
                <a:gd name="connsiteY20" fmla="*/ 3878035 h 3878035"/>
                <a:gd name="connsiteX21" fmla="*/ 6576928 w 8778240"/>
                <a:gd name="connsiteY21" fmla="*/ 3878035 h 3878035"/>
                <a:gd name="connsiteX22" fmla="*/ 6165025 w 8778240"/>
                <a:gd name="connsiteY22" fmla="*/ 3878035 h 3878035"/>
                <a:gd name="connsiteX23" fmla="*/ 5489776 w 8778240"/>
                <a:gd name="connsiteY23" fmla="*/ 3878035 h 3878035"/>
                <a:gd name="connsiteX24" fmla="*/ 4638962 w 8778240"/>
                <a:gd name="connsiteY24" fmla="*/ 3878035 h 3878035"/>
                <a:gd name="connsiteX25" fmla="*/ 3788148 w 8778240"/>
                <a:gd name="connsiteY25" fmla="*/ 3878035 h 3878035"/>
                <a:gd name="connsiteX26" fmla="*/ 3200681 w 8778240"/>
                <a:gd name="connsiteY26" fmla="*/ 3878035 h 3878035"/>
                <a:gd name="connsiteX27" fmla="*/ 2525432 w 8778240"/>
                <a:gd name="connsiteY27" fmla="*/ 3878035 h 3878035"/>
                <a:gd name="connsiteX28" fmla="*/ 2113530 w 8778240"/>
                <a:gd name="connsiteY28" fmla="*/ 3878035 h 3878035"/>
                <a:gd name="connsiteX29" fmla="*/ 1613846 w 8778240"/>
                <a:gd name="connsiteY29" fmla="*/ 3878035 h 3878035"/>
                <a:gd name="connsiteX30" fmla="*/ 1026379 w 8778240"/>
                <a:gd name="connsiteY30" fmla="*/ 3878035 h 3878035"/>
                <a:gd name="connsiteX31" fmla="*/ 0 w 8778240"/>
                <a:gd name="connsiteY31" fmla="*/ 3878035 h 3878035"/>
                <a:gd name="connsiteX32" fmla="*/ 0 w 8778240"/>
                <a:gd name="connsiteY32" fmla="*/ 3192915 h 3878035"/>
                <a:gd name="connsiteX33" fmla="*/ 0 w 8778240"/>
                <a:gd name="connsiteY33" fmla="*/ 2624137 h 3878035"/>
                <a:gd name="connsiteX34" fmla="*/ 0 w 8778240"/>
                <a:gd name="connsiteY34" fmla="*/ 2055359 h 3878035"/>
                <a:gd name="connsiteX35" fmla="*/ 0 w 8778240"/>
                <a:gd name="connsiteY35" fmla="*/ 1370239 h 3878035"/>
                <a:gd name="connsiteX36" fmla="*/ 0 w 8778240"/>
                <a:gd name="connsiteY36" fmla="*/ 685120 h 3878035"/>
                <a:gd name="connsiteX37" fmla="*/ 0 w 8778240"/>
                <a:gd name="connsiteY37" fmla="*/ 0 h 3878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778240" h="3878035" fill="none" extrusionOk="0">
                  <a:moveTo>
                    <a:pt x="0" y="0"/>
                  </a:moveTo>
                  <a:cubicBezTo>
                    <a:pt x="154645" y="3661"/>
                    <a:pt x="576776" y="-12627"/>
                    <a:pt x="763032" y="0"/>
                  </a:cubicBezTo>
                  <a:cubicBezTo>
                    <a:pt x="949288" y="12627"/>
                    <a:pt x="1261935" y="23174"/>
                    <a:pt x="1526063" y="0"/>
                  </a:cubicBezTo>
                  <a:cubicBezTo>
                    <a:pt x="1790191" y="-23174"/>
                    <a:pt x="2088675" y="-23924"/>
                    <a:pt x="2376877" y="0"/>
                  </a:cubicBezTo>
                  <a:cubicBezTo>
                    <a:pt x="2665079" y="23924"/>
                    <a:pt x="3000206" y="-27388"/>
                    <a:pt x="3227691" y="0"/>
                  </a:cubicBezTo>
                  <a:cubicBezTo>
                    <a:pt x="3455176" y="27388"/>
                    <a:pt x="3710616" y="-6438"/>
                    <a:pt x="3902941" y="0"/>
                  </a:cubicBezTo>
                  <a:cubicBezTo>
                    <a:pt x="4095266" y="6438"/>
                    <a:pt x="4516597" y="25425"/>
                    <a:pt x="4753755" y="0"/>
                  </a:cubicBezTo>
                  <a:cubicBezTo>
                    <a:pt x="4990913" y="-25425"/>
                    <a:pt x="5048396" y="-11862"/>
                    <a:pt x="5253439" y="0"/>
                  </a:cubicBezTo>
                  <a:cubicBezTo>
                    <a:pt x="5458482" y="11862"/>
                    <a:pt x="5678817" y="3486"/>
                    <a:pt x="5928688" y="0"/>
                  </a:cubicBezTo>
                  <a:cubicBezTo>
                    <a:pt x="6178559" y="-3486"/>
                    <a:pt x="6314033" y="8398"/>
                    <a:pt x="6428373" y="0"/>
                  </a:cubicBezTo>
                  <a:cubicBezTo>
                    <a:pt x="6542714" y="-8398"/>
                    <a:pt x="6720416" y="22837"/>
                    <a:pt x="6928057" y="0"/>
                  </a:cubicBezTo>
                  <a:cubicBezTo>
                    <a:pt x="7135698" y="-22837"/>
                    <a:pt x="7522631" y="-4476"/>
                    <a:pt x="7778871" y="0"/>
                  </a:cubicBezTo>
                  <a:cubicBezTo>
                    <a:pt x="8035111" y="4476"/>
                    <a:pt x="8409358" y="-43996"/>
                    <a:pt x="8778240" y="0"/>
                  </a:cubicBezTo>
                  <a:cubicBezTo>
                    <a:pt x="8784810" y="166976"/>
                    <a:pt x="8769718" y="413208"/>
                    <a:pt x="8778240" y="607559"/>
                  </a:cubicBezTo>
                  <a:cubicBezTo>
                    <a:pt x="8786762" y="801910"/>
                    <a:pt x="8796049" y="931703"/>
                    <a:pt x="8778240" y="1176337"/>
                  </a:cubicBezTo>
                  <a:cubicBezTo>
                    <a:pt x="8760431" y="1420971"/>
                    <a:pt x="8765441" y="1680091"/>
                    <a:pt x="8778240" y="1900237"/>
                  </a:cubicBezTo>
                  <a:cubicBezTo>
                    <a:pt x="8791039" y="2120383"/>
                    <a:pt x="8765184" y="2402727"/>
                    <a:pt x="8778240" y="2546576"/>
                  </a:cubicBezTo>
                  <a:cubicBezTo>
                    <a:pt x="8791296" y="2690425"/>
                    <a:pt x="8793582" y="2940750"/>
                    <a:pt x="8778240" y="3192915"/>
                  </a:cubicBezTo>
                  <a:cubicBezTo>
                    <a:pt x="8762898" y="3445080"/>
                    <a:pt x="8787347" y="3690070"/>
                    <a:pt x="8778240" y="3878035"/>
                  </a:cubicBezTo>
                  <a:cubicBezTo>
                    <a:pt x="8608017" y="3848812"/>
                    <a:pt x="8430080" y="3853023"/>
                    <a:pt x="8190773" y="3878035"/>
                  </a:cubicBezTo>
                  <a:cubicBezTo>
                    <a:pt x="7951466" y="3903047"/>
                    <a:pt x="7758075" y="3920255"/>
                    <a:pt x="7339959" y="3878035"/>
                  </a:cubicBezTo>
                  <a:cubicBezTo>
                    <a:pt x="6921843" y="3835815"/>
                    <a:pt x="6956658" y="3843260"/>
                    <a:pt x="6576928" y="3878035"/>
                  </a:cubicBezTo>
                  <a:cubicBezTo>
                    <a:pt x="6197198" y="3912810"/>
                    <a:pt x="6288328" y="3859972"/>
                    <a:pt x="6165025" y="3878035"/>
                  </a:cubicBezTo>
                  <a:cubicBezTo>
                    <a:pt x="6041722" y="3896098"/>
                    <a:pt x="5713598" y="3857105"/>
                    <a:pt x="5489776" y="3878035"/>
                  </a:cubicBezTo>
                  <a:cubicBezTo>
                    <a:pt x="5265954" y="3898965"/>
                    <a:pt x="5015912" y="3869606"/>
                    <a:pt x="4638962" y="3878035"/>
                  </a:cubicBezTo>
                  <a:cubicBezTo>
                    <a:pt x="4262012" y="3886464"/>
                    <a:pt x="4060500" y="3837652"/>
                    <a:pt x="3788148" y="3878035"/>
                  </a:cubicBezTo>
                  <a:cubicBezTo>
                    <a:pt x="3515796" y="3918418"/>
                    <a:pt x="3355933" y="3874998"/>
                    <a:pt x="3200681" y="3878035"/>
                  </a:cubicBezTo>
                  <a:cubicBezTo>
                    <a:pt x="3045429" y="3881072"/>
                    <a:pt x="2688563" y="3882397"/>
                    <a:pt x="2525432" y="3878035"/>
                  </a:cubicBezTo>
                  <a:cubicBezTo>
                    <a:pt x="2362301" y="3873673"/>
                    <a:pt x="2241666" y="3866751"/>
                    <a:pt x="2113530" y="3878035"/>
                  </a:cubicBezTo>
                  <a:cubicBezTo>
                    <a:pt x="1985394" y="3889319"/>
                    <a:pt x="1747724" y="3878866"/>
                    <a:pt x="1613846" y="3878035"/>
                  </a:cubicBezTo>
                  <a:cubicBezTo>
                    <a:pt x="1479968" y="3877204"/>
                    <a:pt x="1147658" y="3893927"/>
                    <a:pt x="1026379" y="3878035"/>
                  </a:cubicBezTo>
                  <a:cubicBezTo>
                    <a:pt x="905100" y="3862143"/>
                    <a:pt x="288386" y="3900660"/>
                    <a:pt x="0" y="3878035"/>
                  </a:cubicBezTo>
                  <a:cubicBezTo>
                    <a:pt x="-24664" y="3702109"/>
                    <a:pt x="-30271" y="3470716"/>
                    <a:pt x="0" y="3192915"/>
                  </a:cubicBezTo>
                  <a:cubicBezTo>
                    <a:pt x="30271" y="2915114"/>
                    <a:pt x="-22565" y="2832654"/>
                    <a:pt x="0" y="2624137"/>
                  </a:cubicBezTo>
                  <a:cubicBezTo>
                    <a:pt x="22565" y="2415620"/>
                    <a:pt x="-1627" y="2294203"/>
                    <a:pt x="0" y="2055359"/>
                  </a:cubicBezTo>
                  <a:cubicBezTo>
                    <a:pt x="1627" y="1816515"/>
                    <a:pt x="-18597" y="1535231"/>
                    <a:pt x="0" y="1370239"/>
                  </a:cubicBezTo>
                  <a:cubicBezTo>
                    <a:pt x="18597" y="1205247"/>
                    <a:pt x="24188" y="889149"/>
                    <a:pt x="0" y="685120"/>
                  </a:cubicBezTo>
                  <a:cubicBezTo>
                    <a:pt x="-24188" y="481091"/>
                    <a:pt x="-28052" y="295466"/>
                    <a:pt x="0" y="0"/>
                  </a:cubicBezTo>
                  <a:close/>
                </a:path>
                <a:path w="8778240" h="3878035" stroke="0" extrusionOk="0">
                  <a:moveTo>
                    <a:pt x="0" y="0"/>
                  </a:moveTo>
                  <a:cubicBezTo>
                    <a:pt x="223353" y="18986"/>
                    <a:pt x="464100" y="-14052"/>
                    <a:pt x="587467" y="0"/>
                  </a:cubicBezTo>
                  <a:cubicBezTo>
                    <a:pt x="710834" y="14052"/>
                    <a:pt x="1113701" y="521"/>
                    <a:pt x="1262716" y="0"/>
                  </a:cubicBezTo>
                  <a:cubicBezTo>
                    <a:pt x="1411731" y="-521"/>
                    <a:pt x="1703402" y="16362"/>
                    <a:pt x="1850183" y="0"/>
                  </a:cubicBezTo>
                  <a:cubicBezTo>
                    <a:pt x="1996964" y="-16362"/>
                    <a:pt x="2374624" y="17842"/>
                    <a:pt x="2613215" y="0"/>
                  </a:cubicBezTo>
                  <a:cubicBezTo>
                    <a:pt x="2851806" y="-17842"/>
                    <a:pt x="3181703" y="15842"/>
                    <a:pt x="3376246" y="0"/>
                  </a:cubicBezTo>
                  <a:cubicBezTo>
                    <a:pt x="3570789" y="-15842"/>
                    <a:pt x="3701795" y="9213"/>
                    <a:pt x="3788148" y="0"/>
                  </a:cubicBezTo>
                  <a:cubicBezTo>
                    <a:pt x="3874501" y="-9213"/>
                    <a:pt x="4066984" y="22846"/>
                    <a:pt x="4287833" y="0"/>
                  </a:cubicBezTo>
                  <a:cubicBezTo>
                    <a:pt x="4508683" y="-22846"/>
                    <a:pt x="4556309" y="-16352"/>
                    <a:pt x="4699735" y="0"/>
                  </a:cubicBezTo>
                  <a:cubicBezTo>
                    <a:pt x="4843161" y="16352"/>
                    <a:pt x="5360995" y="-31311"/>
                    <a:pt x="5550549" y="0"/>
                  </a:cubicBezTo>
                  <a:cubicBezTo>
                    <a:pt x="5740103" y="31311"/>
                    <a:pt x="5761994" y="-19282"/>
                    <a:pt x="5962451" y="0"/>
                  </a:cubicBezTo>
                  <a:cubicBezTo>
                    <a:pt x="6162908" y="19282"/>
                    <a:pt x="6299104" y="-11943"/>
                    <a:pt x="6462135" y="0"/>
                  </a:cubicBezTo>
                  <a:cubicBezTo>
                    <a:pt x="6625166" y="11943"/>
                    <a:pt x="7137113" y="7290"/>
                    <a:pt x="7312949" y="0"/>
                  </a:cubicBezTo>
                  <a:cubicBezTo>
                    <a:pt x="7488785" y="-7290"/>
                    <a:pt x="7690260" y="310"/>
                    <a:pt x="7988198" y="0"/>
                  </a:cubicBezTo>
                  <a:cubicBezTo>
                    <a:pt x="8286136" y="-310"/>
                    <a:pt x="8475736" y="11465"/>
                    <a:pt x="8778240" y="0"/>
                  </a:cubicBezTo>
                  <a:cubicBezTo>
                    <a:pt x="8795192" y="294271"/>
                    <a:pt x="8750856" y="393905"/>
                    <a:pt x="8778240" y="607559"/>
                  </a:cubicBezTo>
                  <a:cubicBezTo>
                    <a:pt x="8805624" y="821213"/>
                    <a:pt x="8788119" y="1015184"/>
                    <a:pt x="8778240" y="1253898"/>
                  </a:cubicBezTo>
                  <a:cubicBezTo>
                    <a:pt x="8768361" y="1492612"/>
                    <a:pt x="8776874" y="1571293"/>
                    <a:pt x="8778240" y="1783896"/>
                  </a:cubicBezTo>
                  <a:cubicBezTo>
                    <a:pt x="8779606" y="1996499"/>
                    <a:pt x="8757616" y="2280679"/>
                    <a:pt x="8778240" y="2507796"/>
                  </a:cubicBezTo>
                  <a:cubicBezTo>
                    <a:pt x="8798864" y="2734913"/>
                    <a:pt x="8763525" y="2997497"/>
                    <a:pt x="8778240" y="3192915"/>
                  </a:cubicBezTo>
                  <a:cubicBezTo>
                    <a:pt x="8792955" y="3388333"/>
                    <a:pt x="8770180" y="3669859"/>
                    <a:pt x="8778240" y="3878035"/>
                  </a:cubicBezTo>
                  <a:cubicBezTo>
                    <a:pt x="8530089" y="3893507"/>
                    <a:pt x="8375845" y="3846119"/>
                    <a:pt x="8102991" y="3878035"/>
                  </a:cubicBezTo>
                  <a:cubicBezTo>
                    <a:pt x="7830137" y="3909951"/>
                    <a:pt x="7682111" y="3859918"/>
                    <a:pt x="7427742" y="3878035"/>
                  </a:cubicBezTo>
                  <a:cubicBezTo>
                    <a:pt x="7173373" y="3896152"/>
                    <a:pt x="6855401" y="3912885"/>
                    <a:pt x="6664710" y="3878035"/>
                  </a:cubicBezTo>
                  <a:cubicBezTo>
                    <a:pt x="6474019" y="3843185"/>
                    <a:pt x="6429193" y="3866984"/>
                    <a:pt x="6252808" y="3878035"/>
                  </a:cubicBezTo>
                  <a:cubicBezTo>
                    <a:pt x="6076423" y="3889086"/>
                    <a:pt x="5956840" y="3862329"/>
                    <a:pt x="5753123" y="3878035"/>
                  </a:cubicBezTo>
                  <a:cubicBezTo>
                    <a:pt x="5549407" y="3893741"/>
                    <a:pt x="5275273" y="3893857"/>
                    <a:pt x="5077874" y="3878035"/>
                  </a:cubicBezTo>
                  <a:cubicBezTo>
                    <a:pt x="4880475" y="3862213"/>
                    <a:pt x="4609616" y="3854721"/>
                    <a:pt x="4402625" y="3878035"/>
                  </a:cubicBezTo>
                  <a:cubicBezTo>
                    <a:pt x="4195634" y="3901349"/>
                    <a:pt x="3736630" y="3853098"/>
                    <a:pt x="3551811" y="3878035"/>
                  </a:cubicBezTo>
                  <a:cubicBezTo>
                    <a:pt x="3366992" y="3902972"/>
                    <a:pt x="2988813" y="3893102"/>
                    <a:pt x="2788779" y="3878035"/>
                  </a:cubicBezTo>
                  <a:cubicBezTo>
                    <a:pt x="2588745" y="3862968"/>
                    <a:pt x="2284517" y="3896901"/>
                    <a:pt x="2025748" y="3878035"/>
                  </a:cubicBezTo>
                  <a:cubicBezTo>
                    <a:pt x="1766979" y="3859169"/>
                    <a:pt x="1724843" y="3850861"/>
                    <a:pt x="1438281" y="3878035"/>
                  </a:cubicBezTo>
                  <a:cubicBezTo>
                    <a:pt x="1151719" y="3905209"/>
                    <a:pt x="1125112" y="3854232"/>
                    <a:pt x="938596" y="3878035"/>
                  </a:cubicBezTo>
                  <a:cubicBezTo>
                    <a:pt x="752080" y="3901838"/>
                    <a:pt x="269377" y="3908987"/>
                    <a:pt x="0" y="3878035"/>
                  </a:cubicBezTo>
                  <a:cubicBezTo>
                    <a:pt x="-12157" y="3679766"/>
                    <a:pt x="-31242" y="3380469"/>
                    <a:pt x="0" y="3231696"/>
                  </a:cubicBezTo>
                  <a:cubicBezTo>
                    <a:pt x="31242" y="3082923"/>
                    <a:pt x="18510" y="2944635"/>
                    <a:pt x="0" y="2662917"/>
                  </a:cubicBezTo>
                  <a:cubicBezTo>
                    <a:pt x="-18510" y="2381199"/>
                    <a:pt x="-24932" y="2226739"/>
                    <a:pt x="0" y="1939018"/>
                  </a:cubicBezTo>
                  <a:cubicBezTo>
                    <a:pt x="24932" y="1651297"/>
                    <a:pt x="11435" y="1366605"/>
                    <a:pt x="0" y="1215118"/>
                  </a:cubicBezTo>
                  <a:cubicBezTo>
                    <a:pt x="-11435" y="1063631"/>
                    <a:pt x="-24" y="776483"/>
                    <a:pt x="0" y="568778"/>
                  </a:cubicBezTo>
                  <a:cubicBezTo>
                    <a:pt x="24" y="361073"/>
                    <a:pt x="11581" y="19480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9100287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2729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0</Words>
  <Application>Microsoft Office PowerPoint</Application>
  <PresentationFormat>와이드스크린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김인화</dc:creator>
  <cp:lastModifiedBy>김인화</cp:lastModifiedBy>
  <cp:revision>8</cp:revision>
  <dcterms:created xsi:type="dcterms:W3CDTF">2024-05-30T09:13:48Z</dcterms:created>
  <dcterms:modified xsi:type="dcterms:W3CDTF">2024-05-31T10:26:22Z</dcterms:modified>
</cp:coreProperties>
</file>