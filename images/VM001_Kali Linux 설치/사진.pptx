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66" r:id="rId15"/>
    <p:sldId id="274" r:id="rId16"/>
    <p:sldId id="279" r:id="rId17"/>
    <p:sldId id="276" r:id="rId18"/>
    <p:sldId id="278" r:id="rId19"/>
    <p:sldId id="280" r:id="rId20"/>
    <p:sldId id="281" r:id="rId21"/>
    <p:sldId id="284" r:id="rId22"/>
    <p:sldId id="282" r:id="rId23"/>
    <p:sldId id="283" r:id="rId24"/>
    <p:sldId id="275" r:id="rId25"/>
    <p:sldId id="273" r:id="rId26"/>
    <p:sldId id="268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300" d="100"/>
          <a:sy n="300" d="100"/>
        </p:scale>
        <p:origin x="-4048" y="-4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2F801-2649-4B32-B14D-571A05E4A50E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59B7F-E115-40F3-B582-35D90D321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02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59B7F-E115-40F3-B582-35D90D32198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18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59B7F-E115-40F3-B582-35D90D32198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1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D8C96-EBBE-9449-7FCF-3C274F0F5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4A1930-7701-A906-72E7-69EDE4996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BC179-AEE6-90AA-0E50-5A1D19D8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E4E93E-8451-1224-5994-00E133C8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F81AE-9BCD-C8D3-19CA-EDE34E86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19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375B6-3E72-4B2A-4E01-0A3134A8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44222-DF89-C154-0D1A-6B1985B1B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A061A-9B8B-3E6B-089A-E5BB954E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FD123-FDC1-9898-1DD9-14ECBB42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5ACDC-8567-C878-2981-9225D513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00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E2596-A53F-CE04-5905-71D67244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77133-8AD6-7AD5-BDA5-B7B610AC2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92970A-50D7-CC44-D44E-D319FFDE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D34D13-6D8D-0CF1-2773-07946243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03D19-C641-BBB8-B282-0357BCAD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1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D4048-7133-97E3-6E9D-E6286726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A531A-2F03-4950-675C-51B1E094F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88CE08-A1FC-1FC6-63AE-DACE0DC1F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3B21B-4475-B4BC-4510-D7BA905C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3C0E11-03DB-F5A1-F6C1-A1CA59DC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C2DADA-B911-3A4F-0FC3-F7370A88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EE793-DB1D-883F-5C11-7B7D71C0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29A0ED-B09E-97B9-33B2-2CA3308BF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5F3E83-2C09-8B94-8FE2-4AA899AE1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DA50C4-A83B-F8B6-C4D2-441D896AC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6CFDAD-0429-4A58-A865-7F9B3FC60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D2202A-8B5D-6E72-4791-AE607986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1E7E94-C4C3-E316-1758-68A9AAD7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0FA4DE-0274-D598-E8EB-39517400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57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BD79D-54F9-68EE-0707-B333FE97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A4B3D1-BA03-CD85-0ECE-757C2908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906F42-2F61-B6FC-611F-EA1D77D8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FDE19F-653A-CB7D-959D-2850D39F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30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7165FB-5762-4056-1D9E-051202BF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6AB9C2-4B77-5D32-B344-C008471B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60D44-08D6-2440-1B8C-0B17D5A7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4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67076-D176-E7A4-C0E7-FCA3B855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D033E-27E2-43CA-73E9-50B6EE3BD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0941F3-3071-0EA7-7CDC-A41539510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1F62CD-205F-424A-4312-8470895B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4BB91E-8100-7953-F5F2-AC56252A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C7143-7AB0-9C2B-58E4-0BBD2B5C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2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84C15-EC13-1CA2-EE04-16744D71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76EA89-FBCC-B1FC-37D8-4F7F10DA3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1177A5-EC10-5AE6-D2EE-A26187971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53CFED-CE7B-4E67-55D1-6721119D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E587B-71D4-E035-A0FD-7969843A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CB5418-8FC6-2C97-274C-519C19580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19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6D571-3E20-C1E2-4531-717370BF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CA562F-4D04-012B-8F4E-885B8A54A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A95EA-19E1-03E0-773F-81AAD31C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0771B-5741-63BB-7A38-1A2DDAF2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449A0-7B19-6301-78F2-EFD96037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97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01E9D6-7897-ABEA-9F6C-17FF5DE5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02B875-C5F5-8F5B-D93C-9A7973EB5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3FCE2-07B8-7D4C-E6FC-370493DC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3A7BB-F8B5-D448-B869-4D232EA7A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354DA-5C03-7FBA-F0CB-B731D5A6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07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3CE9BA-8323-ADD5-BC53-53178FA5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EF82C2-38C2-D0D3-CF5F-A89A2E9A4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AD8FAA-4D00-0B1F-0CA6-FC78F360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C8E73-C30E-475D-9486-01C7D14026D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37547-B70F-C3A7-53E3-2FB2958AD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F0968-0836-0BF5-2D69-A86F8042D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41622-930B-42BF-97B3-DF6258727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04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E68809B2-D420-3929-983B-8A633FDD35B7}"/>
              </a:ext>
            </a:extLst>
          </p:cNvPr>
          <p:cNvGrpSpPr/>
          <p:nvPr/>
        </p:nvGrpSpPr>
        <p:grpSpPr>
          <a:xfrm>
            <a:off x="1636294" y="1086424"/>
            <a:ext cx="8919411" cy="4704293"/>
            <a:chOff x="1636294" y="1086424"/>
            <a:chExt cx="8919411" cy="470429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E1B9571-2D4A-443E-7F42-E1497048F4DF}"/>
                </a:ext>
              </a:extLst>
            </p:cNvPr>
            <p:cNvSpPr/>
            <p:nvPr/>
          </p:nvSpPr>
          <p:spPr>
            <a:xfrm>
              <a:off x="1636294" y="1086424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D9EFC25-BE1E-9DBE-0104-EEF8B8AE2C61}"/>
                </a:ext>
              </a:extLst>
            </p:cNvPr>
            <p:cNvGrpSpPr/>
            <p:nvPr/>
          </p:nvGrpSpPr>
          <p:grpSpPr>
            <a:xfrm>
              <a:off x="1706880" y="1143000"/>
              <a:ext cx="8778240" cy="4572000"/>
              <a:chOff x="1706880" y="1143000"/>
              <a:chExt cx="8778240" cy="4572000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59CE7CA-D3B3-6E2C-6E16-4B76D40F55AF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ACB1385-8378-E888-23E7-344439F7EBAE}"/>
                  </a:ext>
                </a:extLst>
              </p:cNvPr>
              <p:cNvGrpSpPr/>
              <p:nvPr/>
            </p:nvGrpSpPr>
            <p:grpSpPr>
              <a:xfrm>
                <a:off x="1901305" y="1332748"/>
                <a:ext cx="8389389" cy="4192503"/>
                <a:chOff x="2104673" y="1313237"/>
                <a:chExt cx="8389389" cy="4192503"/>
              </a:xfrm>
            </p:grpSpPr>
            <p:pic>
              <p:nvPicPr>
                <p:cNvPr id="5" name="그림 4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2E580403-60B2-0CED-98F5-0A3421C9C0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04673" y="1332380"/>
                  <a:ext cx="4173360" cy="4173360"/>
                </a:xfrm>
                <a:prstGeom prst="rect">
                  <a:avLst/>
                </a:prstGeom>
              </p:spPr>
            </p:pic>
            <p:pic>
              <p:nvPicPr>
                <p:cNvPr id="7" name="그림 6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367BF602-6FDC-6D4D-D6D6-7D2BE513F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01559" y="1313237"/>
                  <a:ext cx="4192503" cy="4192503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8490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D66ED076-32EE-594D-7A57-516E1AE5FC86}"/>
              </a:ext>
            </a:extLst>
          </p:cNvPr>
          <p:cNvGrpSpPr/>
          <p:nvPr/>
        </p:nvGrpSpPr>
        <p:grpSpPr>
          <a:xfrm>
            <a:off x="1636294" y="1076852"/>
            <a:ext cx="8919411" cy="4704293"/>
            <a:chOff x="1636294" y="1076852"/>
            <a:chExt cx="8919411" cy="4704293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EC344D-0B5C-0096-D107-90C24535CE48}"/>
                </a:ext>
              </a:extLst>
            </p:cNvPr>
            <p:cNvSpPr/>
            <p:nvPr/>
          </p:nvSpPr>
          <p:spPr>
            <a:xfrm>
              <a:off x="1636294" y="1076852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D8033B9-B31C-B428-F200-7F83ADA1C43B}"/>
                </a:ext>
              </a:extLst>
            </p:cNvPr>
            <p:cNvGrpSpPr/>
            <p:nvPr/>
          </p:nvGrpSpPr>
          <p:grpSpPr>
            <a:xfrm>
              <a:off x="1706880" y="1143000"/>
              <a:ext cx="8778240" cy="4572000"/>
              <a:chOff x="1706880" y="1143000"/>
              <a:chExt cx="8778240" cy="4572000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886034C-DD70-3B5C-6A46-56F31A2ACD66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DEDF51D7-2358-9328-468E-0DD1881EA5F1}"/>
                  </a:ext>
                </a:extLst>
              </p:cNvPr>
              <p:cNvGrpSpPr/>
              <p:nvPr/>
            </p:nvGrpSpPr>
            <p:grpSpPr>
              <a:xfrm>
                <a:off x="1952046" y="1352260"/>
                <a:ext cx="8287907" cy="4153480"/>
                <a:chOff x="2070473" y="1433903"/>
                <a:chExt cx="8287907" cy="4153480"/>
              </a:xfrm>
            </p:grpSpPr>
            <p:pic>
              <p:nvPicPr>
                <p:cNvPr id="5" name="그림 4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716EFEB9-3EBB-650A-77B3-0FA483EAA6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0473" y="1433903"/>
                  <a:ext cx="4153480" cy="4153480"/>
                </a:xfrm>
                <a:prstGeom prst="rect">
                  <a:avLst/>
                </a:prstGeom>
              </p:spPr>
            </p:pic>
            <p:pic>
              <p:nvPicPr>
                <p:cNvPr id="7" name="그림 6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5CFFB1A5-C026-C9D7-47FD-F9C3D568B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23953" y="1452956"/>
                  <a:ext cx="4134427" cy="413442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48023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7A0D3C9E-C68C-E7C1-511B-70C1DBF13837}"/>
              </a:ext>
            </a:extLst>
          </p:cNvPr>
          <p:cNvGrpSpPr/>
          <p:nvPr/>
        </p:nvGrpSpPr>
        <p:grpSpPr>
          <a:xfrm>
            <a:off x="1636294" y="1076852"/>
            <a:ext cx="8919411" cy="4704293"/>
            <a:chOff x="1636294" y="1076852"/>
            <a:chExt cx="8919411" cy="470429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A0A1FC1-5104-F24E-0207-2B286663227E}"/>
                </a:ext>
              </a:extLst>
            </p:cNvPr>
            <p:cNvSpPr/>
            <p:nvPr/>
          </p:nvSpPr>
          <p:spPr>
            <a:xfrm>
              <a:off x="1636294" y="1076852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E310445-2403-3037-9815-482AF34DBA5B}"/>
                </a:ext>
              </a:extLst>
            </p:cNvPr>
            <p:cNvGrpSpPr/>
            <p:nvPr/>
          </p:nvGrpSpPr>
          <p:grpSpPr>
            <a:xfrm>
              <a:off x="1706880" y="1143000"/>
              <a:ext cx="8778240" cy="4572000"/>
              <a:chOff x="1706880" y="1143000"/>
              <a:chExt cx="8778240" cy="4572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AAD025E-D7BC-551F-DECE-4A24675A6A45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F3BCD7-FC83-6D7D-FD69-000323B1BEA3}"/>
                  </a:ext>
                </a:extLst>
              </p:cNvPr>
              <p:cNvGrpSpPr/>
              <p:nvPr/>
            </p:nvGrpSpPr>
            <p:grpSpPr>
              <a:xfrm>
                <a:off x="1937757" y="1342734"/>
                <a:ext cx="8316485" cy="4172532"/>
                <a:chOff x="2314498" y="1147525"/>
                <a:chExt cx="8316485" cy="4172532"/>
              </a:xfrm>
            </p:grpSpPr>
            <p:pic>
              <p:nvPicPr>
                <p:cNvPr id="3" name="그림 2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8DC9F9C6-E5FB-A0FB-E0BA-5BEDDA1814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14498" y="1147525"/>
                  <a:ext cx="4172532" cy="4172532"/>
                </a:xfrm>
                <a:prstGeom prst="rect">
                  <a:avLst/>
                </a:prstGeom>
              </p:spPr>
            </p:pic>
            <p:pic>
              <p:nvPicPr>
                <p:cNvPr id="5" name="그림 4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BFE11D30-1030-E707-0CA7-96B1E84B46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87030" y="1147525"/>
                  <a:ext cx="4143953" cy="4172532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146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C64AAA16-ED34-AA83-ED1E-AF922D3315D3}"/>
              </a:ext>
            </a:extLst>
          </p:cNvPr>
          <p:cNvGrpSpPr/>
          <p:nvPr/>
        </p:nvGrpSpPr>
        <p:grpSpPr>
          <a:xfrm>
            <a:off x="1636294" y="1076852"/>
            <a:ext cx="8919411" cy="4704293"/>
            <a:chOff x="1636294" y="1076852"/>
            <a:chExt cx="8919411" cy="470429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2595CE4-E3B6-2968-EEF2-624EC2C58B38}"/>
                </a:ext>
              </a:extLst>
            </p:cNvPr>
            <p:cNvSpPr/>
            <p:nvPr/>
          </p:nvSpPr>
          <p:spPr>
            <a:xfrm>
              <a:off x="1636294" y="1076852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FB765A-7E10-D12F-B03A-CBF751F90A24}"/>
                </a:ext>
              </a:extLst>
            </p:cNvPr>
            <p:cNvGrpSpPr/>
            <p:nvPr/>
          </p:nvGrpSpPr>
          <p:grpSpPr>
            <a:xfrm>
              <a:off x="1706880" y="1143000"/>
              <a:ext cx="8778240" cy="4572000"/>
              <a:chOff x="1706880" y="1143000"/>
              <a:chExt cx="8778240" cy="4572000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B67FBC0-C5CD-8F78-3602-DEC40E78EA7B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B14DD32E-371C-566F-0951-2DE5A30D491F}"/>
                  </a:ext>
                </a:extLst>
              </p:cNvPr>
              <p:cNvGrpSpPr/>
              <p:nvPr/>
            </p:nvGrpSpPr>
            <p:grpSpPr>
              <a:xfrm>
                <a:off x="1828469" y="1388198"/>
                <a:ext cx="8535062" cy="4081603"/>
                <a:chOff x="1706880" y="1380525"/>
                <a:chExt cx="8535062" cy="4081603"/>
              </a:xfrm>
            </p:grpSpPr>
            <p:pic>
              <p:nvPicPr>
                <p:cNvPr id="3" name="그림 2" descr="텍스트, 스크린샷, 디스플레이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4C961C39-9AFB-0130-2F66-6F1E362709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06880" y="1380525"/>
                  <a:ext cx="4238158" cy="4081603"/>
                </a:xfrm>
                <a:prstGeom prst="rect">
                  <a:avLst/>
                </a:prstGeom>
              </p:spPr>
            </p:pic>
            <p:pic>
              <p:nvPicPr>
                <p:cNvPr id="5" name="그림 4" descr="텍스트, 스크린샷, 디스플레이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AD5DDEAD-8009-5432-7A83-256DFDA25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19290" y="1395871"/>
                  <a:ext cx="4222652" cy="406625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88863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7E232045-0112-5E5F-9AAF-22F1280A0E32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60FF2AF-9CB7-2250-1E38-E43712DBDEEC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0FB37EA-035C-8B26-E598-8C4B33E3B1F5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3A75BC5-A044-61E6-9644-3107B092A354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E217169-7E16-10B8-2E86-8CFEE6C6A63C}"/>
                  </a:ext>
                </a:extLst>
              </p:cNvPr>
              <p:cNvGrpSpPr/>
              <p:nvPr/>
            </p:nvGrpSpPr>
            <p:grpSpPr>
              <a:xfrm>
                <a:off x="1828229" y="1746985"/>
                <a:ext cx="8535542" cy="3364030"/>
                <a:chOff x="1828229" y="1746985"/>
                <a:chExt cx="8535542" cy="3364030"/>
              </a:xfrm>
            </p:grpSpPr>
            <p:pic>
              <p:nvPicPr>
                <p:cNvPr id="6" name="그림 5" descr="텍스트, 스크린샷, 소프트웨어, 멀티미디어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436B2FAA-65D5-AB55-AD82-EEB1813D5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229" y="1746985"/>
                  <a:ext cx="4323252" cy="3364030"/>
                </a:xfrm>
                <a:prstGeom prst="rect">
                  <a:avLst/>
                </a:prstGeom>
              </p:spPr>
            </p:pic>
            <p:pic>
              <p:nvPicPr>
                <p:cNvPr id="8" name="그림 7" descr="텍스트, 스크린샷, 소프트웨어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850C4FB3-656D-7E21-757C-6BC0831A5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85" t="13754" r="1036" b="1329"/>
                <a:stretch/>
              </p:blipFill>
              <p:spPr>
                <a:xfrm>
                  <a:off x="6200710" y="1746985"/>
                  <a:ext cx="4163061" cy="324852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04971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37DC28-4BBD-0FBD-6225-932FAAD7E23A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35D113C-1CC6-EBF4-78B1-AEBFE0F85B2B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C1FE928-C967-3BB9-7DA5-C85CD4B71EDA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365DBB0-75F5-23D8-14C4-C191E9BB7E82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9926CB3B-169B-1D7F-423D-9A1F84F01FB3}"/>
                  </a:ext>
                </a:extLst>
              </p:cNvPr>
              <p:cNvGrpSpPr/>
              <p:nvPr/>
            </p:nvGrpSpPr>
            <p:grpSpPr>
              <a:xfrm>
                <a:off x="1810217" y="1757495"/>
                <a:ext cx="8571565" cy="3367501"/>
                <a:chOff x="1858097" y="1721659"/>
                <a:chExt cx="8440817" cy="3244322"/>
              </a:xfrm>
            </p:grpSpPr>
            <p:pic>
              <p:nvPicPr>
                <p:cNvPr id="4" name="그림 3" descr="텍스트, 스크린샷, 소프트웨어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9ADEEBC5-03BD-477D-4D32-646BB9756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0" t="13193" r="628" b="1167"/>
                <a:stretch/>
              </p:blipFill>
              <p:spPr>
                <a:xfrm>
                  <a:off x="1858097" y="1733457"/>
                  <a:ext cx="4169329" cy="3232524"/>
                </a:xfrm>
                <a:prstGeom prst="rect">
                  <a:avLst/>
                </a:prstGeom>
              </p:spPr>
            </p:pic>
            <p:pic>
              <p:nvPicPr>
                <p:cNvPr id="6" name="그림 5" descr="텍스트, 스크린샷, 소프트웨어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25A660EC-3F7F-2C8F-6331-50025B4B62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44" t="14348" r="726" b="1247"/>
                <a:stretch/>
              </p:blipFill>
              <p:spPr>
                <a:xfrm>
                  <a:off x="6095266" y="1721659"/>
                  <a:ext cx="4203648" cy="3232523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915656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5D7F6F-164A-AE30-386C-2EE77567E4B6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A4DCB5E-AD3D-2702-2C8F-CAC967DC7E4C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6D29E40-9FE6-1824-0CBE-918C93D8A40F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BA9A225-C245-EC13-4E98-0D5B1329D7DA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132777D-6ED3-D598-59C1-19B57D731B2E}"/>
                  </a:ext>
                </a:extLst>
              </p:cNvPr>
              <p:cNvGrpSpPr/>
              <p:nvPr/>
            </p:nvGrpSpPr>
            <p:grpSpPr>
              <a:xfrm>
                <a:off x="1809965" y="1793273"/>
                <a:ext cx="8572070" cy="3295945"/>
                <a:chOff x="1706880" y="1793859"/>
                <a:chExt cx="8572070" cy="3295945"/>
              </a:xfrm>
            </p:grpSpPr>
            <p:pic>
              <p:nvPicPr>
                <p:cNvPr id="6" name="그림 5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C0BE9D50-BC46-75AE-975D-03C3097F5E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5" t="13809" r="660" b="1190"/>
                <a:stretch/>
              </p:blipFill>
              <p:spPr>
                <a:xfrm>
                  <a:off x="1706880" y="1802023"/>
                  <a:ext cx="4247286" cy="3278446"/>
                </a:xfrm>
                <a:prstGeom prst="rect">
                  <a:avLst/>
                </a:prstGeom>
              </p:spPr>
            </p:pic>
            <p:pic>
              <p:nvPicPr>
                <p:cNvPr id="10" name="그림 9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9584E63C-F462-2613-95F2-13ED42671D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98" t="13680" r="630" b="1387"/>
                <a:stretch/>
              </p:blipFill>
              <p:spPr>
                <a:xfrm>
                  <a:off x="5997056" y="1793859"/>
                  <a:ext cx="4281894" cy="329594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41494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379ADC7-FDD5-2B13-19EC-DAE6194C2E56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1EF538-39A8-E69F-CDF6-037F18B26251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86E7F21-96F1-FF57-9815-29D2D81D43C2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A088311-A94E-243A-7E42-3C06EB4B145B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E1F6EDC6-9B4C-A54C-396B-E5072092767E}"/>
                  </a:ext>
                </a:extLst>
              </p:cNvPr>
              <p:cNvGrpSpPr/>
              <p:nvPr/>
            </p:nvGrpSpPr>
            <p:grpSpPr>
              <a:xfrm>
                <a:off x="1804353" y="1793273"/>
                <a:ext cx="8583294" cy="3295945"/>
                <a:chOff x="1781450" y="1870834"/>
                <a:chExt cx="8583294" cy="3295945"/>
              </a:xfrm>
            </p:grpSpPr>
            <p:pic>
              <p:nvPicPr>
                <p:cNvPr id="4" name="그림 3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0BBF4933-CA3A-A624-21AA-FC73BE355A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52" t="13961" r="691" b="1108"/>
                <a:stretch/>
              </p:blipFill>
              <p:spPr>
                <a:xfrm>
                  <a:off x="1781450" y="1870834"/>
                  <a:ext cx="4281894" cy="3295945"/>
                </a:xfrm>
                <a:prstGeom prst="rect">
                  <a:avLst/>
                </a:prstGeom>
              </p:spPr>
            </p:pic>
            <p:pic>
              <p:nvPicPr>
                <p:cNvPr id="10" name="그림 9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05F8127E-E293-67DC-46F0-E2B2FA8C15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3" t="13928" r="974" b="1047"/>
                <a:stretch/>
              </p:blipFill>
              <p:spPr>
                <a:xfrm>
                  <a:off x="6096000" y="1870834"/>
                  <a:ext cx="4268744" cy="329594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38541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F10E8A48-C5FC-16EE-7082-683D85070C6A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2D5D7D9-2423-E1D5-5ADA-CACFE70148DB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3B2AF03-BA48-B104-6B4A-C85F178007E0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DE0A50-4F7D-5DEF-16C5-8CF4E3595CA9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B7553B6-5F23-00E0-1D13-2B409D6841D3}"/>
                  </a:ext>
                </a:extLst>
              </p:cNvPr>
              <p:cNvGrpSpPr/>
              <p:nvPr/>
            </p:nvGrpSpPr>
            <p:grpSpPr>
              <a:xfrm>
                <a:off x="1818743" y="1781699"/>
                <a:ext cx="8554514" cy="3294601"/>
                <a:chOff x="1829347" y="1861922"/>
                <a:chExt cx="8554514" cy="3294601"/>
              </a:xfrm>
            </p:grpSpPr>
            <p:pic>
              <p:nvPicPr>
                <p:cNvPr id="8" name="그림 7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75535C96-4F82-CFC7-FCDC-18503D33A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31" t="13928" r="967" b="1071"/>
                <a:stretch/>
              </p:blipFill>
              <p:spPr>
                <a:xfrm>
                  <a:off x="1829347" y="1861922"/>
                  <a:ext cx="4249758" cy="3294601"/>
                </a:xfrm>
                <a:prstGeom prst="rect">
                  <a:avLst/>
                </a:prstGeom>
              </p:spPr>
            </p:pic>
            <p:pic>
              <p:nvPicPr>
                <p:cNvPr id="10" name="그림 9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E57E57B3-FD4F-9FE7-94C0-04185898A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0" t="14762" r="1201" b="1310"/>
                <a:stretch/>
              </p:blipFill>
              <p:spPr>
                <a:xfrm>
                  <a:off x="6134102" y="1882262"/>
                  <a:ext cx="4249759" cy="3253074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122497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4B04914-D18C-E03F-2339-16F61F84693E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CFA8B9E-7A75-4173-6AFC-30C9C66C7199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A21F8D0D-A646-B602-FF75-49F0D109F8D5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DE0A50-4F7D-5DEF-16C5-8CF4E3595CA9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43FE8336-FB09-7333-D40F-992A8E9CC796}"/>
                  </a:ext>
                </a:extLst>
              </p:cNvPr>
              <p:cNvGrpSpPr/>
              <p:nvPr/>
            </p:nvGrpSpPr>
            <p:grpSpPr>
              <a:xfrm>
                <a:off x="1836172" y="1793401"/>
                <a:ext cx="8519656" cy="3295690"/>
                <a:chOff x="1836172" y="1781155"/>
                <a:chExt cx="8519656" cy="3295690"/>
              </a:xfrm>
            </p:grpSpPr>
            <p:pic>
              <p:nvPicPr>
                <p:cNvPr id="4" name="그림 3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7100F22D-C6CF-0C29-C1FE-07104C86AB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57" t="13928" r="1106" b="1428"/>
                <a:stretch/>
              </p:blipFill>
              <p:spPr>
                <a:xfrm>
                  <a:off x="1836172" y="1781155"/>
                  <a:ext cx="4259828" cy="3295690"/>
                </a:xfrm>
                <a:prstGeom prst="rect">
                  <a:avLst/>
                </a:prstGeom>
              </p:spPr>
            </p:pic>
            <p:pic>
              <p:nvPicPr>
                <p:cNvPr id="6" name="그림 5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7E7B30E9-EA3C-B595-50C4-306BA2018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91" t="13928" r="1326" b="1428"/>
                <a:stretch/>
              </p:blipFill>
              <p:spPr>
                <a:xfrm>
                  <a:off x="6096000" y="1781155"/>
                  <a:ext cx="4259828" cy="329569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93812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65684500-9998-CF43-D91B-242365F2B92B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E4A53DE-A936-6CEC-A034-6E656CC38FB4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2A3DE94-CD99-33D0-8368-72B7C1FF84E2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DE0A50-4F7D-5DEF-16C5-8CF4E3595CA9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BC7C67B-EE8D-27D2-0F97-5D6416E251DF}"/>
                  </a:ext>
                </a:extLst>
              </p:cNvPr>
              <p:cNvGrpSpPr/>
              <p:nvPr/>
            </p:nvGrpSpPr>
            <p:grpSpPr>
              <a:xfrm>
                <a:off x="1816825" y="1784916"/>
                <a:ext cx="8558349" cy="3312659"/>
                <a:chOff x="1834234" y="1772670"/>
                <a:chExt cx="8558349" cy="3312659"/>
              </a:xfrm>
            </p:grpSpPr>
            <p:pic>
              <p:nvPicPr>
                <p:cNvPr id="7" name="그림 6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6D258000-732A-F8D7-5216-C46B323AA0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20" t="13214" r="956" b="1191"/>
                <a:stretch/>
              </p:blipFill>
              <p:spPr>
                <a:xfrm>
                  <a:off x="1834234" y="1772670"/>
                  <a:ext cx="4261766" cy="3312659"/>
                </a:xfrm>
                <a:prstGeom prst="rect">
                  <a:avLst/>
                </a:prstGeom>
              </p:spPr>
            </p:pic>
            <p:pic>
              <p:nvPicPr>
                <p:cNvPr id="9" name="그림 8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E700A9CC-BE30-A53D-55D3-00AD8DDD7E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08" t="13332" r="956" b="1072"/>
                <a:stretch/>
              </p:blipFill>
              <p:spPr>
                <a:xfrm>
                  <a:off x="6130817" y="1772670"/>
                  <a:ext cx="4261766" cy="3312659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74985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80A0F2-F8F4-7E94-2CFA-DB7908932980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B28294B-52D8-62D7-6F55-F4FA2BDD7424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6918DF0-3959-7EFD-02B0-B6848BAFDDB5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DE0A50-4F7D-5DEF-16C5-8CF4E3595CA9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5C7EDA0-0990-49FB-B1E0-4A3268CB72EC}"/>
                  </a:ext>
                </a:extLst>
              </p:cNvPr>
              <p:cNvGrpSpPr/>
              <p:nvPr/>
            </p:nvGrpSpPr>
            <p:grpSpPr>
              <a:xfrm>
                <a:off x="1777920" y="1763027"/>
                <a:ext cx="8636159" cy="3356437"/>
                <a:chOff x="1788399" y="1783454"/>
                <a:chExt cx="8636159" cy="3356437"/>
              </a:xfrm>
            </p:grpSpPr>
            <p:pic>
              <p:nvPicPr>
                <p:cNvPr id="5" name="그림 4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EBE4DC13-B1DD-8322-C5B4-1D66B2D3C7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94" t="13832" r="1508" b="834"/>
                <a:stretch/>
              </p:blipFill>
              <p:spPr>
                <a:xfrm>
                  <a:off x="1788399" y="1793079"/>
                  <a:ext cx="4281005" cy="3346812"/>
                </a:xfrm>
                <a:prstGeom prst="rect">
                  <a:avLst/>
                </a:prstGeom>
              </p:spPr>
            </p:pic>
            <p:pic>
              <p:nvPicPr>
                <p:cNvPr id="9" name="그림 8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6E0E1D83-1C4E-4243-FAEA-3C74568EC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49" t="13580" r="871" b="1087"/>
                <a:stretch/>
              </p:blipFill>
              <p:spPr>
                <a:xfrm>
                  <a:off x="6115249" y="1783454"/>
                  <a:ext cx="4309309" cy="3346811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87992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A820B87E-DB47-EEA4-C342-50E493AA63FE}"/>
              </a:ext>
            </a:extLst>
          </p:cNvPr>
          <p:cNvGrpSpPr/>
          <p:nvPr/>
        </p:nvGrpSpPr>
        <p:grpSpPr>
          <a:xfrm>
            <a:off x="1604772" y="1405502"/>
            <a:ext cx="8982456" cy="4071487"/>
            <a:chOff x="1604772" y="1405502"/>
            <a:chExt cx="8982456" cy="407148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3719D8-C21B-FE18-9607-E49A7620F8AC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3BB8607-9937-B0BE-E50D-56CAAD9526DC}"/>
                </a:ext>
              </a:extLst>
            </p:cNvPr>
            <p:cNvGrpSpPr/>
            <p:nvPr/>
          </p:nvGrpSpPr>
          <p:grpSpPr>
            <a:xfrm>
              <a:off x="1706880" y="1502229"/>
              <a:ext cx="8778240" cy="3878035"/>
              <a:chOff x="1706880" y="1502229"/>
              <a:chExt cx="8778240" cy="387803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FDE0A50-4F7D-5DEF-16C5-8CF4E3595CA9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914290F-CA13-FA74-62F9-6193DC36703F}"/>
                  </a:ext>
                </a:extLst>
              </p:cNvPr>
              <p:cNvGrpSpPr/>
              <p:nvPr/>
            </p:nvGrpSpPr>
            <p:grpSpPr>
              <a:xfrm>
                <a:off x="1799991" y="1779752"/>
                <a:ext cx="8592017" cy="3298496"/>
                <a:chOff x="1831608" y="1804555"/>
                <a:chExt cx="8592017" cy="3298496"/>
              </a:xfrm>
            </p:grpSpPr>
            <p:pic>
              <p:nvPicPr>
                <p:cNvPr id="3" name="그림 2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99C2EBB9-F689-D649-0B49-7685EB04C1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5" t="14175" r="741" b="1123"/>
                <a:stretch/>
              </p:blipFill>
              <p:spPr>
                <a:xfrm>
                  <a:off x="1831608" y="1804555"/>
                  <a:ext cx="4257711" cy="3298496"/>
                </a:xfrm>
                <a:prstGeom prst="rect">
                  <a:avLst/>
                </a:prstGeom>
              </p:spPr>
            </p:pic>
            <p:pic>
              <p:nvPicPr>
                <p:cNvPr id="5" name="그림 4" descr="텍스트, 전자제품, 스크린샷, 소프트웨어이(가) 표시된 사진&#10;&#10;자동 생성된 설명">
                  <a:extLst>
                    <a:ext uri="{FF2B5EF4-FFF2-40B4-BE49-F238E27FC236}">
                      <a16:creationId xmlns:a16="http://schemas.microsoft.com/office/drawing/2014/main" id="{A455528C-A021-C5AF-CF81-4F1272AE85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41" t="13754" r="600" b="1543"/>
                <a:stretch/>
              </p:blipFill>
              <p:spPr>
                <a:xfrm>
                  <a:off x="6122190" y="1804555"/>
                  <a:ext cx="4301435" cy="329849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427830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413D3CCF-EC6C-AC11-60FE-2B7E2CD4B8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89" t="34144" r="17123" b="3311"/>
          <a:stretch/>
        </p:blipFill>
        <p:spPr>
          <a:xfrm>
            <a:off x="3175848" y="1479083"/>
            <a:ext cx="5840302" cy="389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8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컴퓨터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E5827AE1-D34F-5598-0873-209AD3AC3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2" t="1694" r="2333" b="17982"/>
          <a:stretch/>
        </p:blipFill>
        <p:spPr>
          <a:xfrm>
            <a:off x="3143545" y="1445986"/>
            <a:ext cx="5904908" cy="396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5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2767A81-D349-46CB-3D6E-EFB8F61E88B6}"/>
              </a:ext>
            </a:extLst>
          </p:cNvPr>
          <p:cNvGrpSpPr/>
          <p:nvPr/>
        </p:nvGrpSpPr>
        <p:grpSpPr>
          <a:xfrm>
            <a:off x="2919462" y="1248876"/>
            <a:ext cx="6353075" cy="4360244"/>
            <a:chOff x="2919462" y="1248876"/>
            <a:chExt cx="6353075" cy="436024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C2F3CB3-5735-A09F-5A0A-C03ABA91BE5E}"/>
                </a:ext>
              </a:extLst>
            </p:cNvPr>
            <p:cNvSpPr/>
            <p:nvPr/>
          </p:nvSpPr>
          <p:spPr>
            <a:xfrm>
              <a:off x="2919462" y="1248876"/>
              <a:ext cx="6353075" cy="4360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28C57C-B882-AEB9-73B2-F384012EF144}"/>
                </a:ext>
              </a:extLst>
            </p:cNvPr>
            <p:cNvSpPr/>
            <p:nvPr/>
          </p:nvSpPr>
          <p:spPr>
            <a:xfrm>
              <a:off x="3012306" y="1360772"/>
              <a:ext cx="6167388" cy="4136455"/>
            </a:xfrm>
            <a:custGeom>
              <a:avLst/>
              <a:gdLst>
                <a:gd name="connsiteX0" fmla="*/ 0 w 6167388"/>
                <a:gd name="connsiteY0" fmla="*/ 0 h 4136455"/>
                <a:gd name="connsiteX1" fmla="*/ 808613 w 6167388"/>
                <a:gd name="connsiteY1" fmla="*/ 0 h 4136455"/>
                <a:gd name="connsiteX2" fmla="*/ 1493878 w 6167388"/>
                <a:gd name="connsiteY2" fmla="*/ 0 h 4136455"/>
                <a:gd name="connsiteX3" fmla="*/ 2055796 w 6167388"/>
                <a:gd name="connsiteY3" fmla="*/ 0 h 4136455"/>
                <a:gd name="connsiteX4" fmla="*/ 2741061 w 6167388"/>
                <a:gd name="connsiteY4" fmla="*/ 0 h 4136455"/>
                <a:gd name="connsiteX5" fmla="*/ 3549674 w 6167388"/>
                <a:gd name="connsiteY5" fmla="*/ 0 h 4136455"/>
                <a:gd name="connsiteX6" fmla="*/ 4111592 w 6167388"/>
                <a:gd name="connsiteY6" fmla="*/ 0 h 4136455"/>
                <a:gd name="connsiteX7" fmla="*/ 4611836 w 6167388"/>
                <a:gd name="connsiteY7" fmla="*/ 0 h 4136455"/>
                <a:gd name="connsiteX8" fmla="*/ 5297101 w 6167388"/>
                <a:gd name="connsiteY8" fmla="*/ 0 h 4136455"/>
                <a:gd name="connsiteX9" fmla="*/ 6167388 w 6167388"/>
                <a:gd name="connsiteY9" fmla="*/ 0 h 4136455"/>
                <a:gd name="connsiteX10" fmla="*/ 6167388 w 6167388"/>
                <a:gd name="connsiteY10" fmla="*/ 730774 h 4136455"/>
                <a:gd name="connsiteX11" fmla="*/ 6167388 w 6167388"/>
                <a:gd name="connsiteY11" fmla="*/ 1378818 h 4136455"/>
                <a:gd name="connsiteX12" fmla="*/ 6167388 w 6167388"/>
                <a:gd name="connsiteY12" fmla="*/ 2026863 h 4136455"/>
                <a:gd name="connsiteX13" fmla="*/ 6167388 w 6167388"/>
                <a:gd name="connsiteY13" fmla="*/ 2757637 h 4136455"/>
                <a:gd name="connsiteX14" fmla="*/ 6167388 w 6167388"/>
                <a:gd name="connsiteY14" fmla="*/ 3405681 h 4136455"/>
                <a:gd name="connsiteX15" fmla="*/ 6167388 w 6167388"/>
                <a:gd name="connsiteY15" fmla="*/ 4136455 h 4136455"/>
                <a:gd name="connsiteX16" fmla="*/ 5482123 w 6167388"/>
                <a:gd name="connsiteY16" fmla="*/ 4136455 h 4136455"/>
                <a:gd name="connsiteX17" fmla="*/ 4735183 w 6167388"/>
                <a:gd name="connsiteY17" fmla="*/ 4136455 h 4136455"/>
                <a:gd name="connsiteX18" fmla="*/ 4049918 w 6167388"/>
                <a:gd name="connsiteY18" fmla="*/ 4136455 h 4136455"/>
                <a:gd name="connsiteX19" fmla="*/ 3549674 w 6167388"/>
                <a:gd name="connsiteY19" fmla="*/ 4136455 h 4136455"/>
                <a:gd name="connsiteX20" fmla="*/ 2864409 w 6167388"/>
                <a:gd name="connsiteY20" fmla="*/ 4136455 h 4136455"/>
                <a:gd name="connsiteX21" fmla="*/ 2055796 w 6167388"/>
                <a:gd name="connsiteY21" fmla="*/ 4136455 h 4136455"/>
                <a:gd name="connsiteX22" fmla="*/ 1247183 w 6167388"/>
                <a:gd name="connsiteY22" fmla="*/ 4136455 h 4136455"/>
                <a:gd name="connsiteX23" fmla="*/ 0 w 6167388"/>
                <a:gd name="connsiteY23" fmla="*/ 4136455 h 4136455"/>
                <a:gd name="connsiteX24" fmla="*/ 0 w 6167388"/>
                <a:gd name="connsiteY24" fmla="*/ 3447046 h 4136455"/>
                <a:gd name="connsiteX25" fmla="*/ 0 w 6167388"/>
                <a:gd name="connsiteY25" fmla="*/ 2674908 h 4136455"/>
                <a:gd name="connsiteX26" fmla="*/ 0 w 6167388"/>
                <a:gd name="connsiteY26" fmla="*/ 1902769 h 4136455"/>
                <a:gd name="connsiteX27" fmla="*/ 0 w 6167388"/>
                <a:gd name="connsiteY27" fmla="*/ 1254725 h 4136455"/>
                <a:gd name="connsiteX28" fmla="*/ 0 w 6167388"/>
                <a:gd name="connsiteY28" fmla="*/ 648045 h 4136455"/>
                <a:gd name="connsiteX29" fmla="*/ 0 w 6167388"/>
                <a:gd name="connsiteY29" fmla="*/ 0 h 413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167388" h="4136455" extrusionOk="0">
                  <a:moveTo>
                    <a:pt x="0" y="0"/>
                  </a:moveTo>
                  <a:cubicBezTo>
                    <a:pt x="190995" y="-33736"/>
                    <a:pt x="465278" y="12452"/>
                    <a:pt x="808613" y="0"/>
                  </a:cubicBezTo>
                  <a:cubicBezTo>
                    <a:pt x="1151948" y="-12452"/>
                    <a:pt x="1345182" y="34164"/>
                    <a:pt x="1493878" y="0"/>
                  </a:cubicBezTo>
                  <a:cubicBezTo>
                    <a:pt x="1642574" y="-34164"/>
                    <a:pt x="1879800" y="-3765"/>
                    <a:pt x="2055796" y="0"/>
                  </a:cubicBezTo>
                  <a:cubicBezTo>
                    <a:pt x="2231792" y="3765"/>
                    <a:pt x="2558067" y="5243"/>
                    <a:pt x="2741061" y="0"/>
                  </a:cubicBezTo>
                  <a:cubicBezTo>
                    <a:pt x="2924056" y="-5243"/>
                    <a:pt x="3217989" y="32575"/>
                    <a:pt x="3549674" y="0"/>
                  </a:cubicBezTo>
                  <a:cubicBezTo>
                    <a:pt x="3881359" y="-32575"/>
                    <a:pt x="3982739" y="301"/>
                    <a:pt x="4111592" y="0"/>
                  </a:cubicBezTo>
                  <a:cubicBezTo>
                    <a:pt x="4240445" y="-301"/>
                    <a:pt x="4460848" y="-19592"/>
                    <a:pt x="4611836" y="0"/>
                  </a:cubicBezTo>
                  <a:cubicBezTo>
                    <a:pt x="4762824" y="19592"/>
                    <a:pt x="5107907" y="23713"/>
                    <a:pt x="5297101" y="0"/>
                  </a:cubicBezTo>
                  <a:cubicBezTo>
                    <a:pt x="5486295" y="-23713"/>
                    <a:pt x="5901460" y="-7973"/>
                    <a:pt x="6167388" y="0"/>
                  </a:cubicBezTo>
                  <a:cubicBezTo>
                    <a:pt x="6177764" y="188266"/>
                    <a:pt x="6173352" y="407788"/>
                    <a:pt x="6167388" y="730774"/>
                  </a:cubicBezTo>
                  <a:cubicBezTo>
                    <a:pt x="6161424" y="1053760"/>
                    <a:pt x="6142445" y="1245538"/>
                    <a:pt x="6167388" y="1378818"/>
                  </a:cubicBezTo>
                  <a:cubicBezTo>
                    <a:pt x="6192331" y="1512098"/>
                    <a:pt x="6149737" y="1809149"/>
                    <a:pt x="6167388" y="2026863"/>
                  </a:cubicBezTo>
                  <a:cubicBezTo>
                    <a:pt x="6185039" y="2244578"/>
                    <a:pt x="6165498" y="2508094"/>
                    <a:pt x="6167388" y="2757637"/>
                  </a:cubicBezTo>
                  <a:cubicBezTo>
                    <a:pt x="6169278" y="3007180"/>
                    <a:pt x="6145412" y="3165138"/>
                    <a:pt x="6167388" y="3405681"/>
                  </a:cubicBezTo>
                  <a:cubicBezTo>
                    <a:pt x="6189364" y="3646224"/>
                    <a:pt x="6196487" y="3811907"/>
                    <a:pt x="6167388" y="4136455"/>
                  </a:cubicBezTo>
                  <a:cubicBezTo>
                    <a:pt x="5909512" y="4137701"/>
                    <a:pt x="5662459" y="4170111"/>
                    <a:pt x="5482123" y="4136455"/>
                  </a:cubicBezTo>
                  <a:cubicBezTo>
                    <a:pt x="5301788" y="4102799"/>
                    <a:pt x="4924532" y="4156482"/>
                    <a:pt x="4735183" y="4136455"/>
                  </a:cubicBezTo>
                  <a:cubicBezTo>
                    <a:pt x="4545834" y="4116428"/>
                    <a:pt x="4216115" y="4136447"/>
                    <a:pt x="4049918" y="4136455"/>
                  </a:cubicBezTo>
                  <a:cubicBezTo>
                    <a:pt x="3883722" y="4136463"/>
                    <a:pt x="3718795" y="4161002"/>
                    <a:pt x="3549674" y="4136455"/>
                  </a:cubicBezTo>
                  <a:cubicBezTo>
                    <a:pt x="3380553" y="4111908"/>
                    <a:pt x="3056523" y="4140651"/>
                    <a:pt x="2864409" y="4136455"/>
                  </a:cubicBezTo>
                  <a:cubicBezTo>
                    <a:pt x="2672295" y="4132259"/>
                    <a:pt x="2334520" y="4102900"/>
                    <a:pt x="2055796" y="4136455"/>
                  </a:cubicBezTo>
                  <a:cubicBezTo>
                    <a:pt x="1777072" y="4170010"/>
                    <a:pt x="1448158" y="4166105"/>
                    <a:pt x="1247183" y="4136455"/>
                  </a:cubicBezTo>
                  <a:cubicBezTo>
                    <a:pt x="1046208" y="4106805"/>
                    <a:pt x="250849" y="4141294"/>
                    <a:pt x="0" y="4136455"/>
                  </a:cubicBezTo>
                  <a:cubicBezTo>
                    <a:pt x="4972" y="3817240"/>
                    <a:pt x="-31231" y="3661944"/>
                    <a:pt x="0" y="3447046"/>
                  </a:cubicBezTo>
                  <a:cubicBezTo>
                    <a:pt x="31231" y="3232148"/>
                    <a:pt x="-26686" y="3010581"/>
                    <a:pt x="0" y="2674908"/>
                  </a:cubicBezTo>
                  <a:cubicBezTo>
                    <a:pt x="26686" y="2339235"/>
                    <a:pt x="17446" y="2192991"/>
                    <a:pt x="0" y="1902769"/>
                  </a:cubicBezTo>
                  <a:cubicBezTo>
                    <a:pt x="-17446" y="1612547"/>
                    <a:pt x="24403" y="1480885"/>
                    <a:pt x="0" y="1254725"/>
                  </a:cubicBezTo>
                  <a:cubicBezTo>
                    <a:pt x="-24403" y="1028565"/>
                    <a:pt x="18290" y="807983"/>
                    <a:pt x="0" y="648045"/>
                  </a:cubicBezTo>
                  <a:cubicBezTo>
                    <a:pt x="-18290" y="488107"/>
                    <a:pt x="-5252" y="30131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20B7C0D-18B3-D127-D370-DAC3FA19F7E3}"/>
              </a:ext>
            </a:extLst>
          </p:cNvPr>
          <p:cNvGrpSpPr/>
          <p:nvPr/>
        </p:nvGrpSpPr>
        <p:grpSpPr>
          <a:xfrm>
            <a:off x="2265027" y="853252"/>
            <a:ext cx="7813559" cy="5009500"/>
            <a:chOff x="2265027" y="853252"/>
            <a:chExt cx="7813559" cy="5009500"/>
          </a:xfrm>
        </p:grpSpPr>
        <p:pic>
          <p:nvPicPr>
            <p:cNvPr id="4" name="그림 3" descr="텍스트, 스크린샷, 멀티미디어 소프트웨어, 소프트웨어이(가) 표시된 사진&#10;&#10;자동 생성된 설명">
              <a:extLst>
                <a:ext uri="{FF2B5EF4-FFF2-40B4-BE49-F238E27FC236}">
                  <a16:creationId xmlns:a16="http://schemas.microsoft.com/office/drawing/2014/main" id="{7C417F5C-E956-3072-54A9-2B964DBFC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5027" y="853252"/>
              <a:ext cx="7813559" cy="5009500"/>
            </a:xfrm>
            <a:prstGeom prst="rect">
              <a:avLst/>
            </a:prstGeom>
          </p:spPr>
        </p:pic>
        <p:pic>
          <p:nvPicPr>
            <p:cNvPr id="3" name="그림 2" descr="텍스트, 스크린샷, 소프트웨어, 멀티미디어 소프트웨어이(가) 표시된 사진&#10;&#10;자동 생성된 설명">
              <a:extLst>
                <a:ext uri="{FF2B5EF4-FFF2-40B4-BE49-F238E27FC236}">
                  <a16:creationId xmlns:a16="http://schemas.microsoft.com/office/drawing/2014/main" id="{CC72194D-3586-1C58-9CDE-20954CB12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4439" y="1744721"/>
              <a:ext cx="3843569" cy="25862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2779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54DCEB37-31BC-97CF-D83E-3D02409AEF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03" t="36420" r="18779" b="3264"/>
          <a:stretch/>
        </p:blipFill>
        <p:spPr>
          <a:xfrm>
            <a:off x="3175848" y="1479083"/>
            <a:ext cx="5840303" cy="389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79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B33D3A2-2E86-6D8B-E790-428814978246}"/>
              </a:ext>
            </a:extLst>
          </p:cNvPr>
          <p:cNvGrpSpPr/>
          <p:nvPr/>
        </p:nvGrpSpPr>
        <p:grpSpPr>
          <a:xfrm>
            <a:off x="951879" y="1651407"/>
            <a:ext cx="10288242" cy="3555185"/>
            <a:chOff x="695285" y="1510017"/>
            <a:chExt cx="10288242" cy="3555185"/>
          </a:xfrm>
        </p:grpSpPr>
        <p:pic>
          <p:nvPicPr>
            <p:cNvPr id="4" name="그림 3" descr="텍스트, 스크린샷, 컴퓨터, 멀티미디어 소프트웨어이(가) 표시된 사진&#10;&#10;자동 생성된 설명">
              <a:extLst>
                <a:ext uri="{FF2B5EF4-FFF2-40B4-BE49-F238E27FC236}">
                  <a16:creationId xmlns:a16="http://schemas.microsoft.com/office/drawing/2014/main" id="{3679CF65-1223-24B7-0F75-99AE38D79E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761" t="4853" r="3751" b="17264"/>
            <a:stretch/>
          </p:blipFill>
          <p:spPr>
            <a:xfrm>
              <a:off x="695285" y="1510017"/>
              <a:ext cx="5076342" cy="3555185"/>
            </a:xfrm>
            <a:prstGeom prst="rect">
              <a:avLst/>
            </a:prstGeom>
          </p:spPr>
        </p:pic>
        <p:pic>
          <p:nvPicPr>
            <p:cNvPr id="5" name="그림 4" descr="텍스트, 스크린샷, 컴퓨터, 소프트웨어이(가) 표시된 사진&#10;&#10;자동 생성된 설명">
              <a:extLst>
                <a:ext uri="{FF2B5EF4-FFF2-40B4-BE49-F238E27FC236}">
                  <a16:creationId xmlns:a16="http://schemas.microsoft.com/office/drawing/2014/main" id="{8AB6AB27-A6C6-3BF3-EBB0-DA33C97200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587" b="16511"/>
            <a:stretch/>
          </p:blipFill>
          <p:spPr>
            <a:xfrm>
              <a:off x="5821961" y="1510017"/>
              <a:ext cx="5161566" cy="3555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9408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이(가) 표시된 사진&#10;&#10;자동 생성된 설명">
            <a:extLst>
              <a:ext uri="{FF2B5EF4-FFF2-40B4-BE49-F238E27FC236}">
                <a16:creationId xmlns:a16="http://schemas.microsoft.com/office/drawing/2014/main" id="{C69A2C04-A271-0F11-3E9E-972E9B8D4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6" b="26199"/>
          <a:stretch/>
        </p:blipFill>
        <p:spPr>
          <a:xfrm>
            <a:off x="2997774" y="1424639"/>
            <a:ext cx="6196452" cy="37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8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590B746-24D1-7DA0-BBB6-7E8C2C36650A}"/>
              </a:ext>
            </a:extLst>
          </p:cNvPr>
          <p:cNvGrpSpPr/>
          <p:nvPr/>
        </p:nvGrpSpPr>
        <p:grpSpPr>
          <a:xfrm>
            <a:off x="3254928" y="1285394"/>
            <a:ext cx="6062339" cy="4428023"/>
            <a:chOff x="3075692" y="1195037"/>
            <a:chExt cx="7449590" cy="544129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59D4C3B-E578-DFEC-54C3-519592542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5692" y="1195037"/>
              <a:ext cx="7449590" cy="42963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7704A37-AB69-9219-9EC9-80EE4A8C3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5692" y="3843769"/>
              <a:ext cx="7449590" cy="2792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0183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1C2ECDA4-6BFC-88D1-94B6-6AB153D572DE}"/>
              </a:ext>
            </a:extLst>
          </p:cNvPr>
          <p:cNvGrpSpPr/>
          <p:nvPr/>
        </p:nvGrpSpPr>
        <p:grpSpPr>
          <a:xfrm>
            <a:off x="951879" y="1651405"/>
            <a:ext cx="10273299" cy="3555185"/>
            <a:chOff x="951879" y="1651405"/>
            <a:chExt cx="10273299" cy="3555185"/>
          </a:xfrm>
        </p:grpSpPr>
        <p:pic>
          <p:nvPicPr>
            <p:cNvPr id="10" name="그림 9" descr="텍스트, 스크린샷, 소프트웨어, 멀티미디어 소프트웨어이(가) 표시된 사진&#10;&#10;자동 생성된 설명">
              <a:extLst>
                <a:ext uri="{FF2B5EF4-FFF2-40B4-BE49-F238E27FC236}">
                  <a16:creationId xmlns:a16="http://schemas.microsoft.com/office/drawing/2014/main" id="{46195B73-B3E9-B0A3-C6E3-4B11F4E238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2190"/>
            <a:stretch/>
          </p:blipFill>
          <p:spPr>
            <a:xfrm>
              <a:off x="951879" y="1651406"/>
              <a:ext cx="5076342" cy="3555184"/>
            </a:xfrm>
            <a:prstGeom prst="rect">
              <a:avLst/>
            </a:prstGeom>
          </p:spPr>
        </p:pic>
        <p:pic>
          <p:nvPicPr>
            <p:cNvPr id="12" name="그림 11" descr="텍스트, 전자제품, 컴퓨터, 스크린샷이(가) 표시된 사진&#10;&#10;자동 생성된 설명">
              <a:extLst>
                <a:ext uri="{FF2B5EF4-FFF2-40B4-BE49-F238E27FC236}">
                  <a16:creationId xmlns:a16="http://schemas.microsoft.com/office/drawing/2014/main" id="{D91ECCA4-2F24-7841-8186-4E2FCC865F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90" t="1437" r="8504" b="14831"/>
            <a:stretch/>
          </p:blipFill>
          <p:spPr>
            <a:xfrm>
              <a:off x="6127053" y="1651405"/>
              <a:ext cx="5098125" cy="3555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787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3E172BA-4DF8-9FDF-7EA7-B6E432CFE6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7" t="4809" r="4128" b="25023"/>
          <a:stretch/>
        </p:blipFill>
        <p:spPr>
          <a:xfrm>
            <a:off x="2997774" y="1424639"/>
            <a:ext cx="6196451" cy="37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81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377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0C13200-B0CB-4A9C-590B-334CA443295B}"/>
              </a:ext>
            </a:extLst>
          </p:cNvPr>
          <p:cNvGrpSpPr/>
          <p:nvPr/>
        </p:nvGrpSpPr>
        <p:grpSpPr>
          <a:xfrm>
            <a:off x="2919462" y="1248876"/>
            <a:ext cx="6353075" cy="4360244"/>
            <a:chOff x="2919462" y="1248876"/>
            <a:chExt cx="6353075" cy="436024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661A6D6-6B9A-39C3-59BF-A1F823F0CA48}"/>
                </a:ext>
              </a:extLst>
            </p:cNvPr>
            <p:cNvSpPr/>
            <p:nvPr/>
          </p:nvSpPr>
          <p:spPr>
            <a:xfrm>
              <a:off x="2919462" y="1248876"/>
              <a:ext cx="6353075" cy="4360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0445FCE-9005-B5A4-88C9-FC1A91D1C990}"/>
                </a:ext>
              </a:extLst>
            </p:cNvPr>
            <p:cNvSpPr/>
            <p:nvPr/>
          </p:nvSpPr>
          <p:spPr>
            <a:xfrm>
              <a:off x="3012306" y="1360772"/>
              <a:ext cx="6167388" cy="4136455"/>
            </a:xfrm>
            <a:custGeom>
              <a:avLst/>
              <a:gdLst>
                <a:gd name="connsiteX0" fmla="*/ 0 w 6167388"/>
                <a:gd name="connsiteY0" fmla="*/ 0 h 4136455"/>
                <a:gd name="connsiteX1" fmla="*/ 808613 w 6167388"/>
                <a:gd name="connsiteY1" fmla="*/ 0 h 4136455"/>
                <a:gd name="connsiteX2" fmla="*/ 1493878 w 6167388"/>
                <a:gd name="connsiteY2" fmla="*/ 0 h 4136455"/>
                <a:gd name="connsiteX3" fmla="*/ 2055796 w 6167388"/>
                <a:gd name="connsiteY3" fmla="*/ 0 h 4136455"/>
                <a:gd name="connsiteX4" fmla="*/ 2741061 w 6167388"/>
                <a:gd name="connsiteY4" fmla="*/ 0 h 4136455"/>
                <a:gd name="connsiteX5" fmla="*/ 3549674 w 6167388"/>
                <a:gd name="connsiteY5" fmla="*/ 0 h 4136455"/>
                <a:gd name="connsiteX6" fmla="*/ 4111592 w 6167388"/>
                <a:gd name="connsiteY6" fmla="*/ 0 h 4136455"/>
                <a:gd name="connsiteX7" fmla="*/ 4611836 w 6167388"/>
                <a:gd name="connsiteY7" fmla="*/ 0 h 4136455"/>
                <a:gd name="connsiteX8" fmla="*/ 5297101 w 6167388"/>
                <a:gd name="connsiteY8" fmla="*/ 0 h 4136455"/>
                <a:gd name="connsiteX9" fmla="*/ 6167388 w 6167388"/>
                <a:gd name="connsiteY9" fmla="*/ 0 h 4136455"/>
                <a:gd name="connsiteX10" fmla="*/ 6167388 w 6167388"/>
                <a:gd name="connsiteY10" fmla="*/ 730774 h 4136455"/>
                <a:gd name="connsiteX11" fmla="*/ 6167388 w 6167388"/>
                <a:gd name="connsiteY11" fmla="*/ 1378818 h 4136455"/>
                <a:gd name="connsiteX12" fmla="*/ 6167388 w 6167388"/>
                <a:gd name="connsiteY12" fmla="*/ 2026863 h 4136455"/>
                <a:gd name="connsiteX13" fmla="*/ 6167388 w 6167388"/>
                <a:gd name="connsiteY13" fmla="*/ 2757637 h 4136455"/>
                <a:gd name="connsiteX14" fmla="*/ 6167388 w 6167388"/>
                <a:gd name="connsiteY14" fmla="*/ 3405681 h 4136455"/>
                <a:gd name="connsiteX15" fmla="*/ 6167388 w 6167388"/>
                <a:gd name="connsiteY15" fmla="*/ 4136455 h 4136455"/>
                <a:gd name="connsiteX16" fmla="*/ 5482123 w 6167388"/>
                <a:gd name="connsiteY16" fmla="*/ 4136455 h 4136455"/>
                <a:gd name="connsiteX17" fmla="*/ 4735183 w 6167388"/>
                <a:gd name="connsiteY17" fmla="*/ 4136455 h 4136455"/>
                <a:gd name="connsiteX18" fmla="*/ 4049918 w 6167388"/>
                <a:gd name="connsiteY18" fmla="*/ 4136455 h 4136455"/>
                <a:gd name="connsiteX19" fmla="*/ 3549674 w 6167388"/>
                <a:gd name="connsiteY19" fmla="*/ 4136455 h 4136455"/>
                <a:gd name="connsiteX20" fmla="*/ 2864409 w 6167388"/>
                <a:gd name="connsiteY20" fmla="*/ 4136455 h 4136455"/>
                <a:gd name="connsiteX21" fmla="*/ 2055796 w 6167388"/>
                <a:gd name="connsiteY21" fmla="*/ 4136455 h 4136455"/>
                <a:gd name="connsiteX22" fmla="*/ 1247183 w 6167388"/>
                <a:gd name="connsiteY22" fmla="*/ 4136455 h 4136455"/>
                <a:gd name="connsiteX23" fmla="*/ 0 w 6167388"/>
                <a:gd name="connsiteY23" fmla="*/ 4136455 h 4136455"/>
                <a:gd name="connsiteX24" fmla="*/ 0 w 6167388"/>
                <a:gd name="connsiteY24" fmla="*/ 3447046 h 4136455"/>
                <a:gd name="connsiteX25" fmla="*/ 0 w 6167388"/>
                <a:gd name="connsiteY25" fmla="*/ 2674908 h 4136455"/>
                <a:gd name="connsiteX26" fmla="*/ 0 w 6167388"/>
                <a:gd name="connsiteY26" fmla="*/ 1902769 h 4136455"/>
                <a:gd name="connsiteX27" fmla="*/ 0 w 6167388"/>
                <a:gd name="connsiteY27" fmla="*/ 1254725 h 4136455"/>
                <a:gd name="connsiteX28" fmla="*/ 0 w 6167388"/>
                <a:gd name="connsiteY28" fmla="*/ 648045 h 4136455"/>
                <a:gd name="connsiteX29" fmla="*/ 0 w 6167388"/>
                <a:gd name="connsiteY29" fmla="*/ 0 h 413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167388" h="4136455" extrusionOk="0">
                  <a:moveTo>
                    <a:pt x="0" y="0"/>
                  </a:moveTo>
                  <a:cubicBezTo>
                    <a:pt x="190995" y="-33736"/>
                    <a:pt x="465278" y="12452"/>
                    <a:pt x="808613" y="0"/>
                  </a:cubicBezTo>
                  <a:cubicBezTo>
                    <a:pt x="1151948" y="-12452"/>
                    <a:pt x="1345182" y="34164"/>
                    <a:pt x="1493878" y="0"/>
                  </a:cubicBezTo>
                  <a:cubicBezTo>
                    <a:pt x="1642574" y="-34164"/>
                    <a:pt x="1879800" y="-3765"/>
                    <a:pt x="2055796" y="0"/>
                  </a:cubicBezTo>
                  <a:cubicBezTo>
                    <a:pt x="2231792" y="3765"/>
                    <a:pt x="2558067" y="5243"/>
                    <a:pt x="2741061" y="0"/>
                  </a:cubicBezTo>
                  <a:cubicBezTo>
                    <a:pt x="2924056" y="-5243"/>
                    <a:pt x="3217989" y="32575"/>
                    <a:pt x="3549674" y="0"/>
                  </a:cubicBezTo>
                  <a:cubicBezTo>
                    <a:pt x="3881359" y="-32575"/>
                    <a:pt x="3982739" y="301"/>
                    <a:pt x="4111592" y="0"/>
                  </a:cubicBezTo>
                  <a:cubicBezTo>
                    <a:pt x="4240445" y="-301"/>
                    <a:pt x="4460848" y="-19592"/>
                    <a:pt x="4611836" y="0"/>
                  </a:cubicBezTo>
                  <a:cubicBezTo>
                    <a:pt x="4762824" y="19592"/>
                    <a:pt x="5107907" y="23713"/>
                    <a:pt x="5297101" y="0"/>
                  </a:cubicBezTo>
                  <a:cubicBezTo>
                    <a:pt x="5486295" y="-23713"/>
                    <a:pt x="5901460" y="-7973"/>
                    <a:pt x="6167388" y="0"/>
                  </a:cubicBezTo>
                  <a:cubicBezTo>
                    <a:pt x="6177764" y="188266"/>
                    <a:pt x="6173352" y="407788"/>
                    <a:pt x="6167388" y="730774"/>
                  </a:cubicBezTo>
                  <a:cubicBezTo>
                    <a:pt x="6161424" y="1053760"/>
                    <a:pt x="6142445" y="1245538"/>
                    <a:pt x="6167388" y="1378818"/>
                  </a:cubicBezTo>
                  <a:cubicBezTo>
                    <a:pt x="6192331" y="1512098"/>
                    <a:pt x="6149737" y="1809149"/>
                    <a:pt x="6167388" y="2026863"/>
                  </a:cubicBezTo>
                  <a:cubicBezTo>
                    <a:pt x="6185039" y="2244578"/>
                    <a:pt x="6165498" y="2508094"/>
                    <a:pt x="6167388" y="2757637"/>
                  </a:cubicBezTo>
                  <a:cubicBezTo>
                    <a:pt x="6169278" y="3007180"/>
                    <a:pt x="6145412" y="3165138"/>
                    <a:pt x="6167388" y="3405681"/>
                  </a:cubicBezTo>
                  <a:cubicBezTo>
                    <a:pt x="6189364" y="3646224"/>
                    <a:pt x="6196487" y="3811907"/>
                    <a:pt x="6167388" y="4136455"/>
                  </a:cubicBezTo>
                  <a:cubicBezTo>
                    <a:pt x="5909512" y="4137701"/>
                    <a:pt x="5662459" y="4170111"/>
                    <a:pt x="5482123" y="4136455"/>
                  </a:cubicBezTo>
                  <a:cubicBezTo>
                    <a:pt x="5301788" y="4102799"/>
                    <a:pt x="4924532" y="4156482"/>
                    <a:pt x="4735183" y="4136455"/>
                  </a:cubicBezTo>
                  <a:cubicBezTo>
                    <a:pt x="4545834" y="4116428"/>
                    <a:pt x="4216115" y="4136447"/>
                    <a:pt x="4049918" y="4136455"/>
                  </a:cubicBezTo>
                  <a:cubicBezTo>
                    <a:pt x="3883722" y="4136463"/>
                    <a:pt x="3718795" y="4161002"/>
                    <a:pt x="3549674" y="4136455"/>
                  </a:cubicBezTo>
                  <a:cubicBezTo>
                    <a:pt x="3380553" y="4111908"/>
                    <a:pt x="3056523" y="4140651"/>
                    <a:pt x="2864409" y="4136455"/>
                  </a:cubicBezTo>
                  <a:cubicBezTo>
                    <a:pt x="2672295" y="4132259"/>
                    <a:pt x="2334520" y="4102900"/>
                    <a:pt x="2055796" y="4136455"/>
                  </a:cubicBezTo>
                  <a:cubicBezTo>
                    <a:pt x="1777072" y="4170010"/>
                    <a:pt x="1448158" y="4166105"/>
                    <a:pt x="1247183" y="4136455"/>
                  </a:cubicBezTo>
                  <a:cubicBezTo>
                    <a:pt x="1046208" y="4106805"/>
                    <a:pt x="250849" y="4141294"/>
                    <a:pt x="0" y="4136455"/>
                  </a:cubicBezTo>
                  <a:cubicBezTo>
                    <a:pt x="4972" y="3817240"/>
                    <a:pt x="-31231" y="3661944"/>
                    <a:pt x="0" y="3447046"/>
                  </a:cubicBezTo>
                  <a:cubicBezTo>
                    <a:pt x="31231" y="3232148"/>
                    <a:pt x="-26686" y="3010581"/>
                    <a:pt x="0" y="2674908"/>
                  </a:cubicBezTo>
                  <a:cubicBezTo>
                    <a:pt x="26686" y="2339235"/>
                    <a:pt x="17446" y="2192991"/>
                    <a:pt x="0" y="1902769"/>
                  </a:cubicBezTo>
                  <a:cubicBezTo>
                    <a:pt x="-17446" y="1612547"/>
                    <a:pt x="24403" y="1480885"/>
                    <a:pt x="0" y="1254725"/>
                  </a:cubicBezTo>
                  <a:cubicBezTo>
                    <a:pt x="-24403" y="1028565"/>
                    <a:pt x="18290" y="807983"/>
                    <a:pt x="0" y="648045"/>
                  </a:cubicBezTo>
                  <a:cubicBezTo>
                    <a:pt x="-18290" y="488107"/>
                    <a:pt x="-5252" y="30131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4771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DE0A50-4F7D-5DEF-16C5-8CF4E3595CA9}"/>
              </a:ext>
            </a:extLst>
          </p:cNvPr>
          <p:cNvSpPr/>
          <p:nvPr/>
        </p:nvSpPr>
        <p:spPr>
          <a:xfrm>
            <a:off x="1706880" y="1502229"/>
            <a:ext cx="8778240" cy="3878035"/>
          </a:xfrm>
          <a:custGeom>
            <a:avLst/>
            <a:gdLst>
              <a:gd name="connsiteX0" fmla="*/ 0 w 8778240"/>
              <a:gd name="connsiteY0" fmla="*/ 0 h 3878035"/>
              <a:gd name="connsiteX1" fmla="*/ 763032 w 8778240"/>
              <a:gd name="connsiteY1" fmla="*/ 0 h 3878035"/>
              <a:gd name="connsiteX2" fmla="*/ 1526063 w 8778240"/>
              <a:gd name="connsiteY2" fmla="*/ 0 h 3878035"/>
              <a:gd name="connsiteX3" fmla="*/ 2376877 w 8778240"/>
              <a:gd name="connsiteY3" fmla="*/ 0 h 3878035"/>
              <a:gd name="connsiteX4" fmla="*/ 3227691 w 8778240"/>
              <a:gd name="connsiteY4" fmla="*/ 0 h 3878035"/>
              <a:gd name="connsiteX5" fmla="*/ 3902941 w 8778240"/>
              <a:gd name="connsiteY5" fmla="*/ 0 h 3878035"/>
              <a:gd name="connsiteX6" fmla="*/ 4753755 w 8778240"/>
              <a:gd name="connsiteY6" fmla="*/ 0 h 3878035"/>
              <a:gd name="connsiteX7" fmla="*/ 5253439 w 8778240"/>
              <a:gd name="connsiteY7" fmla="*/ 0 h 3878035"/>
              <a:gd name="connsiteX8" fmla="*/ 5928688 w 8778240"/>
              <a:gd name="connsiteY8" fmla="*/ 0 h 3878035"/>
              <a:gd name="connsiteX9" fmla="*/ 6428373 w 8778240"/>
              <a:gd name="connsiteY9" fmla="*/ 0 h 3878035"/>
              <a:gd name="connsiteX10" fmla="*/ 6928057 w 8778240"/>
              <a:gd name="connsiteY10" fmla="*/ 0 h 3878035"/>
              <a:gd name="connsiteX11" fmla="*/ 7778871 w 8778240"/>
              <a:gd name="connsiteY11" fmla="*/ 0 h 3878035"/>
              <a:gd name="connsiteX12" fmla="*/ 8778240 w 8778240"/>
              <a:gd name="connsiteY12" fmla="*/ 0 h 3878035"/>
              <a:gd name="connsiteX13" fmla="*/ 8778240 w 8778240"/>
              <a:gd name="connsiteY13" fmla="*/ 607559 h 3878035"/>
              <a:gd name="connsiteX14" fmla="*/ 8778240 w 8778240"/>
              <a:gd name="connsiteY14" fmla="*/ 1176337 h 3878035"/>
              <a:gd name="connsiteX15" fmla="*/ 8778240 w 8778240"/>
              <a:gd name="connsiteY15" fmla="*/ 1900237 h 3878035"/>
              <a:gd name="connsiteX16" fmla="*/ 8778240 w 8778240"/>
              <a:gd name="connsiteY16" fmla="*/ 2546576 h 3878035"/>
              <a:gd name="connsiteX17" fmla="*/ 8778240 w 8778240"/>
              <a:gd name="connsiteY17" fmla="*/ 3192915 h 3878035"/>
              <a:gd name="connsiteX18" fmla="*/ 8778240 w 8778240"/>
              <a:gd name="connsiteY18" fmla="*/ 3878035 h 3878035"/>
              <a:gd name="connsiteX19" fmla="*/ 8190773 w 8778240"/>
              <a:gd name="connsiteY19" fmla="*/ 3878035 h 3878035"/>
              <a:gd name="connsiteX20" fmla="*/ 7339959 w 8778240"/>
              <a:gd name="connsiteY20" fmla="*/ 3878035 h 3878035"/>
              <a:gd name="connsiteX21" fmla="*/ 6576928 w 8778240"/>
              <a:gd name="connsiteY21" fmla="*/ 3878035 h 3878035"/>
              <a:gd name="connsiteX22" fmla="*/ 6165025 w 8778240"/>
              <a:gd name="connsiteY22" fmla="*/ 3878035 h 3878035"/>
              <a:gd name="connsiteX23" fmla="*/ 5489776 w 8778240"/>
              <a:gd name="connsiteY23" fmla="*/ 3878035 h 3878035"/>
              <a:gd name="connsiteX24" fmla="*/ 4638962 w 8778240"/>
              <a:gd name="connsiteY24" fmla="*/ 3878035 h 3878035"/>
              <a:gd name="connsiteX25" fmla="*/ 3788148 w 8778240"/>
              <a:gd name="connsiteY25" fmla="*/ 3878035 h 3878035"/>
              <a:gd name="connsiteX26" fmla="*/ 3200681 w 8778240"/>
              <a:gd name="connsiteY26" fmla="*/ 3878035 h 3878035"/>
              <a:gd name="connsiteX27" fmla="*/ 2525432 w 8778240"/>
              <a:gd name="connsiteY27" fmla="*/ 3878035 h 3878035"/>
              <a:gd name="connsiteX28" fmla="*/ 2113530 w 8778240"/>
              <a:gd name="connsiteY28" fmla="*/ 3878035 h 3878035"/>
              <a:gd name="connsiteX29" fmla="*/ 1613846 w 8778240"/>
              <a:gd name="connsiteY29" fmla="*/ 3878035 h 3878035"/>
              <a:gd name="connsiteX30" fmla="*/ 1026379 w 8778240"/>
              <a:gd name="connsiteY30" fmla="*/ 3878035 h 3878035"/>
              <a:gd name="connsiteX31" fmla="*/ 0 w 8778240"/>
              <a:gd name="connsiteY31" fmla="*/ 3878035 h 3878035"/>
              <a:gd name="connsiteX32" fmla="*/ 0 w 8778240"/>
              <a:gd name="connsiteY32" fmla="*/ 3192915 h 3878035"/>
              <a:gd name="connsiteX33" fmla="*/ 0 w 8778240"/>
              <a:gd name="connsiteY33" fmla="*/ 2624137 h 3878035"/>
              <a:gd name="connsiteX34" fmla="*/ 0 w 8778240"/>
              <a:gd name="connsiteY34" fmla="*/ 2055359 h 3878035"/>
              <a:gd name="connsiteX35" fmla="*/ 0 w 8778240"/>
              <a:gd name="connsiteY35" fmla="*/ 1370239 h 3878035"/>
              <a:gd name="connsiteX36" fmla="*/ 0 w 8778240"/>
              <a:gd name="connsiteY36" fmla="*/ 685120 h 3878035"/>
              <a:gd name="connsiteX37" fmla="*/ 0 w 8778240"/>
              <a:gd name="connsiteY37" fmla="*/ 0 h 3878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778240" h="3878035" fill="none" extrusionOk="0">
                <a:moveTo>
                  <a:pt x="0" y="0"/>
                </a:moveTo>
                <a:cubicBezTo>
                  <a:pt x="154645" y="3661"/>
                  <a:pt x="576776" y="-12627"/>
                  <a:pt x="763032" y="0"/>
                </a:cubicBezTo>
                <a:cubicBezTo>
                  <a:pt x="949288" y="12627"/>
                  <a:pt x="1261935" y="23174"/>
                  <a:pt x="1526063" y="0"/>
                </a:cubicBezTo>
                <a:cubicBezTo>
                  <a:pt x="1790191" y="-23174"/>
                  <a:pt x="2088675" y="-23924"/>
                  <a:pt x="2376877" y="0"/>
                </a:cubicBezTo>
                <a:cubicBezTo>
                  <a:pt x="2665079" y="23924"/>
                  <a:pt x="3000206" y="-27388"/>
                  <a:pt x="3227691" y="0"/>
                </a:cubicBezTo>
                <a:cubicBezTo>
                  <a:pt x="3455176" y="27388"/>
                  <a:pt x="3710616" y="-6438"/>
                  <a:pt x="3902941" y="0"/>
                </a:cubicBezTo>
                <a:cubicBezTo>
                  <a:pt x="4095266" y="6438"/>
                  <a:pt x="4516597" y="25425"/>
                  <a:pt x="4753755" y="0"/>
                </a:cubicBezTo>
                <a:cubicBezTo>
                  <a:pt x="4990913" y="-25425"/>
                  <a:pt x="5048396" y="-11862"/>
                  <a:pt x="5253439" y="0"/>
                </a:cubicBezTo>
                <a:cubicBezTo>
                  <a:pt x="5458482" y="11862"/>
                  <a:pt x="5678817" y="3486"/>
                  <a:pt x="5928688" y="0"/>
                </a:cubicBezTo>
                <a:cubicBezTo>
                  <a:pt x="6178559" y="-3486"/>
                  <a:pt x="6314033" y="8398"/>
                  <a:pt x="6428373" y="0"/>
                </a:cubicBezTo>
                <a:cubicBezTo>
                  <a:pt x="6542714" y="-8398"/>
                  <a:pt x="6720416" y="22837"/>
                  <a:pt x="6928057" y="0"/>
                </a:cubicBezTo>
                <a:cubicBezTo>
                  <a:pt x="7135698" y="-22837"/>
                  <a:pt x="7522631" y="-4476"/>
                  <a:pt x="7778871" y="0"/>
                </a:cubicBezTo>
                <a:cubicBezTo>
                  <a:pt x="8035111" y="4476"/>
                  <a:pt x="8409358" y="-43996"/>
                  <a:pt x="8778240" y="0"/>
                </a:cubicBezTo>
                <a:cubicBezTo>
                  <a:pt x="8784810" y="166976"/>
                  <a:pt x="8769718" y="413208"/>
                  <a:pt x="8778240" y="607559"/>
                </a:cubicBezTo>
                <a:cubicBezTo>
                  <a:pt x="8786762" y="801910"/>
                  <a:pt x="8796049" y="931703"/>
                  <a:pt x="8778240" y="1176337"/>
                </a:cubicBezTo>
                <a:cubicBezTo>
                  <a:pt x="8760431" y="1420971"/>
                  <a:pt x="8765441" y="1680091"/>
                  <a:pt x="8778240" y="1900237"/>
                </a:cubicBezTo>
                <a:cubicBezTo>
                  <a:pt x="8791039" y="2120383"/>
                  <a:pt x="8765184" y="2402727"/>
                  <a:pt x="8778240" y="2546576"/>
                </a:cubicBezTo>
                <a:cubicBezTo>
                  <a:pt x="8791296" y="2690425"/>
                  <a:pt x="8793582" y="2940750"/>
                  <a:pt x="8778240" y="3192915"/>
                </a:cubicBezTo>
                <a:cubicBezTo>
                  <a:pt x="8762898" y="3445080"/>
                  <a:pt x="8787347" y="3690070"/>
                  <a:pt x="8778240" y="3878035"/>
                </a:cubicBezTo>
                <a:cubicBezTo>
                  <a:pt x="8608017" y="3848812"/>
                  <a:pt x="8430080" y="3853023"/>
                  <a:pt x="8190773" y="3878035"/>
                </a:cubicBezTo>
                <a:cubicBezTo>
                  <a:pt x="7951466" y="3903047"/>
                  <a:pt x="7758075" y="3920255"/>
                  <a:pt x="7339959" y="3878035"/>
                </a:cubicBezTo>
                <a:cubicBezTo>
                  <a:pt x="6921843" y="3835815"/>
                  <a:pt x="6956658" y="3843260"/>
                  <a:pt x="6576928" y="3878035"/>
                </a:cubicBezTo>
                <a:cubicBezTo>
                  <a:pt x="6197198" y="3912810"/>
                  <a:pt x="6288328" y="3859972"/>
                  <a:pt x="6165025" y="3878035"/>
                </a:cubicBezTo>
                <a:cubicBezTo>
                  <a:pt x="6041722" y="3896098"/>
                  <a:pt x="5713598" y="3857105"/>
                  <a:pt x="5489776" y="3878035"/>
                </a:cubicBezTo>
                <a:cubicBezTo>
                  <a:pt x="5265954" y="3898965"/>
                  <a:pt x="5015912" y="3869606"/>
                  <a:pt x="4638962" y="3878035"/>
                </a:cubicBezTo>
                <a:cubicBezTo>
                  <a:pt x="4262012" y="3886464"/>
                  <a:pt x="4060500" y="3837652"/>
                  <a:pt x="3788148" y="3878035"/>
                </a:cubicBezTo>
                <a:cubicBezTo>
                  <a:pt x="3515796" y="3918418"/>
                  <a:pt x="3355933" y="3874998"/>
                  <a:pt x="3200681" y="3878035"/>
                </a:cubicBezTo>
                <a:cubicBezTo>
                  <a:pt x="3045429" y="3881072"/>
                  <a:pt x="2688563" y="3882397"/>
                  <a:pt x="2525432" y="3878035"/>
                </a:cubicBezTo>
                <a:cubicBezTo>
                  <a:pt x="2362301" y="3873673"/>
                  <a:pt x="2241666" y="3866751"/>
                  <a:pt x="2113530" y="3878035"/>
                </a:cubicBezTo>
                <a:cubicBezTo>
                  <a:pt x="1985394" y="3889319"/>
                  <a:pt x="1747724" y="3878866"/>
                  <a:pt x="1613846" y="3878035"/>
                </a:cubicBezTo>
                <a:cubicBezTo>
                  <a:pt x="1479968" y="3877204"/>
                  <a:pt x="1147658" y="3893927"/>
                  <a:pt x="1026379" y="3878035"/>
                </a:cubicBezTo>
                <a:cubicBezTo>
                  <a:pt x="905100" y="3862143"/>
                  <a:pt x="288386" y="3900660"/>
                  <a:pt x="0" y="3878035"/>
                </a:cubicBezTo>
                <a:cubicBezTo>
                  <a:pt x="-24664" y="3702109"/>
                  <a:pt x="-30271" y="3470716"/>
                  <a:pt x="0" y="3192915"/>
                </a:cubicBezTo>
                <a:cubicBezTo>
                  <a:pt x="30271" y="2915114"/>
                  <a:pt x="-22565" y="2832654"/>
                  <a:pt x="0" y="2624137"/>
                </a:cubicBezTo>
                <a:cubicBezTo>
                  <a:pt x="22565" y="2415620"/>
                  <a:pt x="-1627" y="2294203"/>
                  <a:pt x="0" y="2055359"/>
                </a:cubicBezTo>
                <a:cubicBezTo>
                  <a:pt x="1627" y="1816515"/>
                  <a:pt x="-18597" y="1535231"/>
                  <a:pt x="0" y="1370239"/>
                </a:cubicBezTo>
                <a:cubicBezTo>
                  <a:pt x="18597" y="1205247"/>
                  <a:pt x="24188" y="889149"/>
                  <a:pt x="0" y="685120"/>
                </a:cubicBezTo>
                <a:cubicBezTo>
                  <a:pt x="-24188" y="481091"/>
                  <a:pt x="-28052" y="295466"/>
                  <a:pt x="0" y="0"/>
                </a:cubicBezTo>
                <a:close/>
              </a:path>
              <a:path w="8778240" h="3878035" stroke="0" extrusionOk="0">
                <a:moveTo>
                  <a:pt x="0" y="0"/>
                </a:moveTo>
                <a:cubicBezTo>
                  <a:pt x="223353" y="18986"/>
                  <a:pt x="464100" y="-14052"/>
                  <a:pt x="587467" y="0"/>
                </a:cubicBezTo>
                <a:cubicBezTo>
                  <a:pt x="710834" y="14052"/>
                  <a:pt x="1113701" y="521"/>
                  <a:pt x="1262716" y="0"/>
                </a:cubicBezTo>
                <a:cubicBezTo>
                  <a:pt x="1411731" y="-521"/>
                  <a:pt x="1703402" y="16362"/>
                  <a:pt x="1850183" y="0"/>
                </a:cubicBezTo>
                <a:cubicBezTo>
                  <a:pt x="1996964" y="-16362"/>
                  <a:pt x="2374624" y="17842"/>
                  <a:pt x="2613215" y="0"/>
                </a:cubicBezTo>
                <a:cubicBezTo>
                  <a:pt x="2851806" y="-17842"/>
                  <a:pt x="3181703" y="15842"/>
                  <a:pt x="3376246" y="0"/>
                </a:cubicBezTo>
                <a:cubicBezTo>
                  <a:pt x="3570789" y="-15842"/>
                  <a:pt x="3701795" y="9213"/>
                  <a:pt x="3788148" y="0"/>
                </a:cubicBezTo>
                <a:cubicBezTo>
                  <a:pt x="3874501" y="-9213"/>
                  <a:pt x="4066984" y="22846"/>
                  <a:pt x="4287833" y="0"/>
                </a:cubicBezTo>
                <a:cubicBezTo>
                  <a:pt x="4508683" y="-22846"/>
                  <a:pt x="4556309" y="-16352"/>
                  <a:pt x="4699735" y="0"/>
                </a:cubicBezTo>
                <a:cubicBezTo>
                  <a:pt x="4843161" y="16352"/>
                  <a:pt x="5360995" y="-31311"/>
                  <a:pt x="5550549" y="0"/>
                </a:cubicBezTo>
                <a:cubicBezTo>
                  <a:pt x="5740103" y="31311"/>
                  <a:pt x="5761994" y="-19282"/>
                  <a:pt x="5962451" y="0"/>
                </a:cubicBezTo>
                <a:cubicBezTo>
                  <a:pt x="6162908" y="19282"/>
                  <a:pt x="6299104" y="-11943"/>
                  <a:pt x="6462135" y="0"/>
                </a:cubicBezTo>
                <a:cubicBezTo>
                  <a:pt x="6625166" y="11943"/>
                  <a:pt x="7137113" y="7290"/>
                  <a:pt x="7312949" y="0"/>
                </a:cubicBezTo>
                <a:cubicBezTo>
                  <a:pt x="7488785" y="-7290"/>
                  <a:pt x="7690260" y="310"/>
                  <a:pt x="7988198" y="0"/>
                </a:cubicBezTo>
                <a:cubicBezTo>
                  <a:pt x="8286136" y="-310"/>
                  <a:pt x="8475736" y="11465"/>
                  <a:pt x="8778240" y="0"/>
                </a:cubicBezTo>
                <a:cubicBezTo>
                  <a:pt x="8795192" y="294271"/>
                  <a:pt x="8750856" y="393905"/>
                  <a:pt x="8778240" y="607559"/>
                </a:cubicBezTo>
                <a:cubicBezTo>
                  <a:pt x="8805624" y="821213"/>
                  <a:pt x="8788119" y="1015184"/>
                  <a:pt x="8778240" y="1253898"/>
                </a:cubicBezTo>
                <a:cubicBezTo>
                  <a:pt x="8768361" y="1492612"/>
                  <a:pt x="8776874" y="1571293"/>
                  <a:pt x="8778240" y="1783896"/>
                </a:cubicBezTo>
                <a:cubicBezTo>
                  <a:pt x="8779606" y="1996499"/>
                  <a:pt x="8757616" y="2280679"/>
                  <a:pt x="8778240" y="2507796"/>
                </a:cubicBezTo>
                <a:cubicBezTo>
                  <a:pt x="8798864" y="2734913"/>
                  <a:pt x="8763525" y="2997497"/>
                  <a:pt x="8778240" y="3192915"/>
                </a:cubicBezTo>
                <a:cubicBezTo>
                  <a:pt x="8792955" y="3388333"/>
                  <a:pt x="8770180" y="3669859"/>
                  <a:pt x="8778240" y="3878035"/>
                </a:cubicBezTo>
                <a:cubicBezTo>
                  <a:pt x="8530089" y="3893507"/>
                  <a:pt x="8375845" y="3846119"/>
                  <a:pt x="8102991" y="3878035"/>
                </a:cubicBezTo>
                <a:cubicBezTo>
                  <a:pt x="7830137" y="3909951"/>
                  <a:pt x="7682111" y="3859918"/>
                  <a:pt x="7427742" y="3878035"/>
                </a:cubicBezTo>
                <a:cubicBezTo>
                  <a:pt x="7173373" y="3896152"/>
                  <a:pt x="6855401" y="3912885"/>
                  <a:pt x="6664710" y="3878035"/>
                </a:cubicBezTo>
                <a:cubicBezTo>
                  <a:pt x="6474019" y="3843185"/>
                  <a:pt x="6429193" y="3866984"/>
                  <a:pt x="6252808" y="3878035"/>
                </a:cubicBezTo>
                <a:cubicBezTo>
                  <a:pt x="6076423" y="3889086"/>
                  <a:pt x="5956840" y="3862329"/>
                  <a:pt x="5753123" y="3878035"/>
                </a:cubicBezTo>
                <a:cubicBezTo>
                  <a:pt x="5549407" y="3893741"/>
                  <a:pt x="5275273" y="3893857"/>
                  <a:pt x="5077874" y="3878035"/>
                </a:cubicBezTo>
                <a:cubicBezTo>
                  <a:pt x="4880475" y="3862213"/>
                  <a:pt x="4609616" y="3854721"/>
                  <a:pt x="4402625" y="3878035"/>
                </a:cubicBezTo>
                <a:cubicBezTo>
                  <a:pt x="4195634" y="3901349"/>
                  <a:pt x="3736630" y="3853098"/>
                  <a:pt x="3551811" y="3878035"/>
                </a:cubicBezTo>
                <a:cubicBezTo>
                  <a:pt x="3366992" y="3902972"/>
                  <a:pt x="2988813" y="3893102"/>
                  <a:pt x="2788779" y="3878035"/>
                </a:cubicBezTo>
                <a:cubicBezTo>
                  <a:pt x="2588745" y="3862968"/>
                  <a:pt x="2284517" y="3896901"/>
                  <a:pt x="2025748" y="3878035"/>
                </a:cubicBezTo>
                <a:cubicBezTo>
                  <a:pt x="1766979" y="3859169"/>
                  <a:pt x="1724843" y="3850861"/>
                  <a:pt x="1438281" y="3878035"/>
                </a:cubicBezTo>
                <a:cubicBezTo>
                  <a:pt x="1151719" y="3905209"/>
                  <a:pt x="1125112" y="3854232"/>
                  <a:pt x="938596" y="3878035"/>
                </a:cubicBezTo>
                <a:cubicBezTo>
                  <a:pt x="752080" y="3901838"/>
                  <a:pt x="269377" y="3908987"/>
                  <a:pt x="0" y="3878035"/>
                </a:cubicBezTo>
                <a:cubicBezTo>
                  <a:pt x="-12157" y="3679766"/>
                  <a:pt x="-31242" y="3380469"/>
                  <a:pt x="0" y="3231696"/>
                </a:cubicBezTo>
                <a:cubicBezTo>
                  <a:pt x="31242" y="3082923"/>
                  <a:pt x="18510" y="2944635"/>
                  <a:pt x="0" y="2662917"/>
                </a:cubicBezTo>
                <a:cubicBezTo>
                  <a:pt x="-18510" y="2381199"/>
                  <a:pt x="-24932" y="2226739"/>
                  <a:pt x="0" y="1939018"/>
                </a:cubicBezTo>
                <a:cubicBezTo>
                  <a:pt x="24932" y="1651297"/>
                  <a:pt x="11435" y="1366605"/>
                  <a:pt x="0" y="1215118"/>
                </a:cubicBezTo>
                <a:cubicBezTo>
                  <a:pt x="-11435" y="1063631"/>
                  <a:pt x="-24" y="776483"/>
                  <a:pt x="0" y="568778"/>
                </a:cubicBezTo>
                <a:cubicBezTo>
                  <a:pt x="24" y="361073"/>
                  <a:pt x="11581" y="19480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1002879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86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9F44CB-9E60-372F-CD97-3E26B4DDDF8E}"/>
              </a:ext>
            </a:extLst>
          </p:cNvPr>
          <p:cNvSpPr/>
          <p:nvPr/>
        </p:nvSpPr>
        <p:spPr>
          <a:xfrm>
            <a:off x="1706880" y="1143000"/>
            <a:ext cx="8778240" cy="4572000"/>
          </a:xfrm>
          <a:custGeom>
            <a:avLst/>
            <a:gdLst>
              <a:gd name="connsiteX0" fmla="*/ 0 w 8778240"/>
              <a:gd name="connsiteY0" fmla="*/ 0 h 4572000"/>
              <a:gd name="connsiteX1" fmla="*/ 499684 w 8778240"/>
              <a:gd name="connsiteY1" fmla="*/ 0 h 4572000"/>
              <a:gd name="connsiteX2" fmla="*/ 1350498 w 8778240"/>
              <a:gd name="connsiteY2" fmla="*/ 0 h 4572000"/>
              <a:gd name="connsiteX3" fmla="*/ 2201312 w 8778240"/>
              <a:gd name="connsiteY3" fmla="*/ 0 h 4572000"/>
              <a:gd name="connsiteX4" fmla="*/ 2876562 w 8778240"/>
              <a:gd name="connsiteY4" fmla="*/ 0 h 4572000"/>
              <a:gd name="connsiteX5" fmla="*/ 3727376 w 8778240"/>
              <a:gd name="connsiteY5" fmla="*/ 0 h 4572000"/>
              <a:gd name="connsiteX6" fmla="*/ 4227060 w 8778240"/>
              <a:gd name="connsiteY6" fmla="*/ 0 h 4572000"/>
              <a:gd name="connsiteX7" fmla="*/ 4902309 w 8778240"/>
              <a:gd name="connsiteY7" fmla="*/ 0 h 4572000"/>
              <a:gd name="connsiteX8" fmla="*/ 5401994 w 8778240"/>
              <a:gd name="connsiteY8" fmla="*/ 0 h 4572000"/>
              <a:gd name="connsiteX9" fmla="*/ 5901678 w 8778240"/>
              <a:gd name="connsiteY9" fmla="*/ 0 h 4572000"/>
              <a:gd name="connsiteX10" fmla="*/ 6752492 w 8778240"/>
              <a:gd name="connsiteY10" fmla="*/ 0 h 4572000"/>
              <a:gd name="connsiteX11" fmla="*/ 7427742 w 8778240"/>
              <a:gd name="connsiteY11" fmla="*/ 0 h 4572000"/>
              <a:gd name="connsiteX12" fmla="*/ 8015208 w 8778240"/>
              <a:gd name="connsiteY12" fmla="*/ 0 h 4572000"/>
              <a:gd name="connsiteX13" fmla="*/ 8778240 w 8778240"/>
              <a:gd name="connsiteY13" fmla="*/ 0 h 4572000"/>
              <a:gd name="connsiteX14" fmla="*/ 8778240 w 8778240"/>
              <a:gd name="connsiteY14" fmla="*/ 653143 h 4572000"/>
              <a:gd name="connsiteX15" fmla="*/ 8778240 w 8778240"/>
              <a:gd name="connsiteY15" fmla="*/ 1306286 h 4572000"/>
              <a:gd name="connsiteX16" fmla="*/ 8778240 w 8778240"/>
              <a:gd name="connsiteY16" fmla="*/ 1959429 h 4572000"/>
              <a:gd name="connsiteX17" fmla="*/ 8778240 w 8778240"/>
              <a:gd name="connsiteY17" fmla="*/ 2475411 h 4572000"/>
              <a:gd name="connsiteX18" fmla="*/ 8778240 w 8778240"/>
              <a:gd name="connsiteY18" fmla="*/ 3082834 h 4572000"/>
              <a:gd name="connsiteX19" fmla="*/ 8778240 w 8778240"/>
              <a:gd name="connsiteY19" fmla="*/ 3598817 h 4572000"/>
              <a:gd name="connsiteX20" fmla="*/ 8778240 w 8778240"/>
              <a:gd name="connsiteY20" fmla="*/ 4572000 h 4572000"/>
              <a:gd name="connsiteX21" fmla="*/ 8190773 w 8778240"/>
              <a:gd name="connsiteY21" fmla="*/ 4572000 h 4572000"/>
              <a:gd name="connsiteX22" fmla="*/ 7515524 w 8778240"/>
              <a:gd name="connsiteY22" fmla="*/ 4572000 h 4572000"/>
              <a:gd name="connsiteX23" fmla="*/ 6664710 w 8778240"/>
              <a:gd name="connsiteY23" fmla="*/ 4572000 h 4572000"/>
              <a:gd name="connsiteX24" fmla="*/ 5813896 w 8778240"/>
              <a:gd name="connsiteY24" fmla="*/ 4572000 h 4572000"/>
              <a:gd name="connsiteX25" fmla="*/ 5226429 w 8778240"/>
              <a:gd name="connsiteY25" fmla="*/ 4572000 h 4572000"/>
              <a:gd name="connsiteX26" fmla="*/ 4551180 w 8778240"/>
              <a:gd name="connsiteY26" fmla="*/ 4572000 h 4572000"/>
              <a:gd name="connsiteX27" fmla="*/ 4139278 w 8778240"/>
              <a:gd name="connsiteY27" fmla="*/ 4572000 h 4572000"/>
              <a:gd name="connsiteX28" fmla="*/ 3639593 w 8778240"/>
              <a:gd name="connsiteY28" fmla="*/ 4572000 h 4572000"/>
              <a:gd name="connsiteX29" fmla="*/ 3052127 w 8778240"/>
              <a:gd name="connsiteY29" fmla="*/ 4572000 h 4572000"/>
              <a:gd name="connsiteX30" fmla="*/ 2552442 w 8778240"/>
              <a:gd name="connsiteY30" fmla="*/ 4572000 h 4572000"/>
              <a:gd name="connsiteX31" fmla="*/ 1789410 w 8778240"/>
              <a:gd name="connsiteY31" fmla="*/ 4572000 h 4572000"/>
              <a:gd name="connsiteX32" fmla="*/ 1289726 w 8778240"/>
              <a:gd name="connsiteY32" fmla="*/ 4572000 h 4572000"/>
              <a:gd name="connsiteX33" fmla="*/ 702259 w 8778240"/>
              <a:gd name="connsiteY33" fmla="*/ 4572000 h 4572000"/>
              <a:gd name="connsiteX34" fmla="*/ 0 w 8778240"/>
              <a:gd name="connsiteY34" fmla="*/ 4572000 h 4572000"/>
              <a:gd name="connsiteX35" fmla="*/ 0 w 8778240"/>
              <a:gd name="connsiteY35" fmla="*/ 3827417 h 4572000"/>
              <a:gd name="connsiteX36" fmla="*/ 0 w 8778240"/>
              <a:gd name="connsiteY36" fmla="*/ 3082834 h 4572000"/>
              <a:gd name="connsiteX37" fmla="*/ 0 w 8778240"/>
              <a:gd name="connsiteY37" fmla="*/ 2521131 h 4572000"/>
              <a:gd name="connsiteX38" fmla="*/ 0 w 8778240"/>
              <a:gd name="connsiteY38" fmla="*/ 1776549 h 4572000"/>
              <a:gd name="connsiteX39" fmla="*/ 0 w 8778240"/>
              <a:gd name="connsiteY39" fmla="*/ 1031966 h 4572000"/>
              <a:gd name="connsiteX40" fmla="*/ 0 w 8778240"/>
              <a:gd name="connsiteY4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8778240" h="4572000" fill="none" extrusionOk="0">
                <a:moveTo>
                  <a:pt x="0" y="0"/>
                </a:moveTo>
                <a:cubicBezTo>
                  <a:pt x="178714" y="23096"/>
                  <a:pt x="398677" y="12179"/>
                  <a:pt x="499684" y="0"/>
                </a:cubicBezTo>
                <a:cubicBezTo>
                  <a:pt x="600691" y="-12179"/>
                  <a:pt x="1062296" y="-23924"/>
                  <a:pt x="1350498" y="0"/>
                </a:cubicBezTo>
                <a:cubicBezTo>
                  <a:pt x="1638700" y="23924"/>
                  <a:pt x="1973827" y="-27388"/>
                  <a:pt x="2201312" y="0"/>
                </a:cubicBezTo>
                <a:cubicBezTo>
                  <a:pt x="2428797" y="27388"/>
                  <a:pt x="2684237" y="-6438"/>
                  <a:pt x="2876562" y="0"/>
                </a:cubicBezTo>
                <a:cubicBezTo>
                  <a:pt x="3068887" y="6438"/>
                  <a:pt x="3490218" y="25425"/>
                  <a:pt x="3727376" y="0"/>
                </a:cubicBezTo>
                <a:cubicBezTo>
                  <a:pt x="3964534" y="-25425"/>
                  <a:pt x="4022017" y="-11862"/>
                  <a:pt x="4227060" y="0"/>
                </a:cubicBezTo>
                <a:cubicBezTo>
                  <a:pt x="4432103" y="11862"/>
                  <a:pt x="4652438" y="3486"/>
                  <a:pt x="4902309" y="0"/>
                </a:cubicBezTo>
                <a:cubicBezTo>
                  <a:pt x="5152180" y="-3486"/>
                  <a:pt x="5287654" y="8398"/>
                  <a:pt x="5401994" y="0"/>
                </a:cubicBezTo>
                <a:cubicBezTo>
                  <a:pt x="5516335" y="-8398"/>
                  <a:pt x="5694037" y="22837"/>
                  <a:pt x="5901678" y="0"/>
                </a:cubicBezTo>
                <a:cubicBezTo>
                  <a:pt x="6109319" y="-22837"/>
                  <a:pt x="6496252" y="-4476"/>
                  <a:pt x="6752492" y="0"/>
                </a:cubicBezTo>
                <a:cubicBezTo>
                  <a:pt x="7008732" y="4476"/>
                  <a:pt x="7255826" y="-3565"/>
                  <a:pt x="7427742" y="0"/>
                </a:cubicBezTo>
                <a:cubicBezTo>
                  <a:pt x="7599658" y="3565"/>
                  <a:pt x="7734184" y="-5205"/>
                  <a:pt x="8015208" y="0"/>
                </a:cubicBezTo>
                <a:cubicBezTo>
                  <a:pt x="8296232" y="5205"/>
                  <a:pt x="8561787" y="8838"/>
                  <a:pt x="8778240" y="0"/>
                </a:cubicBezTo>
                <a:cubicBezTo>
                  <a:pt x="8792953" y="240518"/>
                  <a:pt x="8776640" y="386628"/>
                  <a:pt x="8778240" y="653143"/>
                </a:cubicBezTo>
                <a:cubicBezTo>
                  <a:pt x="8779840" y="919658"/>
                  <a:pt x="8761381" y="1077654"/>
                  <a:pt x="8778240" y="1306286"/>
                </a:cubicBezTo>
                <a:cubicBezTo>
                  <a:pt x="8795099" y="1534918"/>
                  <a:pt x="8754955" y="1808015"/>
                  <a:pt x="8778240" y="1959429"/>
                </a:cubicBezTo>
                <a:cubicBezTo>
                  <a:pt x="8801525" y="2110843"/>
                  <a:pt x="8791186" y="2328962"/>
                  <a:pt x="8778240" y="2475411"/>
                </a:cubicBezTo>
                <a:cubicBezTo>
                  <a:pt x="8765294" y="2621860"/>
                  <a:pt x="8786724" y="2944865"/>
                  <a:pt x="8778240" y="3082834"/>
                </a:cubicBezTo>
                <a:cubicBezTo>
                  <a:pt x="8769756" y="3220803"/>
                  <a:pt x="8765318" y="3374710"/>
                  <a:pt x="8778240" y="3598817"/>
                </a:cubicBezTo>
                <a:cubicBezTo>
                  <a:pt x="8791162" y="3822924"/>
                  <a:pt x="8757818" y="4135222"/>
                  <a:pt x="8778240" y="4572000"/>
                </a:cubicBezTo>
                <a:cubicBezTo>
                  <a:pt x="8507520" y="4590363"/>
                  <a:pt x="8360798" y="4555059"/>
                  <a:pt x="8190773" y="4572000"/>
                </a:cubicBezTo>
                <a:cubicBezTo>
                  <a:pt x="8020748" y="4588941"/>
                  <a:pt x="7739346" y="4551070"/>
                  <a:pt x="7515524" y="4572000"/>
                </a:cubicBezTo>
                <a:cubicBezTo>
                  <a:pt x="7291702" y="4592930"/>
                  <a:pt x="7041660" y="4563571"/>
                  <a:pt x="6664710" y="4572000"/>
                </a:cubicBezTo>
                <a:cubicBezTo>
                  <a:pt x="6287760" y="4580429"/>
                  <a:pt x="6086248" y="4531617"/>
                  <a:pt x="5813896" y="4572000"/>
                </a:cubicBezTo>
                <a:cubicBezTo>
                  <a:pt x="5541544" y="4612383"/>
                  <a:pt x="5381681" y="4568963"/>
                  <a:pt x="5226429" y="4572000"/>
                </a:cubicBezTo>
                <a:cubicBezTo>
                  <a:pt x="5071177" y="4575037"/>
                  <a:pt x="4714311" y="4576362"/>
                  <a:pt x="4551180" y="4572000"/>
                </a:cubicBezTo>
                <a:cubicBezTo>
                  <a:pt x="4388049" y="4567638"/>
                  <a:pt x="4267414" y="4560716"/>
                  <a:pt x="4139278" y="4572000"/>
                </a:cubicBezTo>
                <a:cubicBezTo>
                  <a:pt x="4011142" y="4583284"/>
                  <a:pt x="3775391" y="4574838"/>
                  <a:pt x="3639593" y="4572000"/>
                </a:cubicBezTo>
                <a:cubicBezTo>
                  <a:pt x="3503796" y="4569162"/>
                  <a:pt x="3343542" y="4586881"/>
                  <a:pt x="3052127" y="4572000"/>
                </a:cubicBezTo>
                <a:cubicBezTo>
                  <a:pt x="2760712" y="4557119"/>
                  <a:pt x="2677690" y="4559553"/>
                  <a:pt x="2552442" y="4572000"/>
                </a:cubicBezTo>
                <a:cubicBezTo>
                  <a:pt x="2427194" y="4584447"/>
                  <a:pt x="2040949" y="4595062"/>
                  <a:pt x="1789410" y="4572000"/>
                </a:cubicBezTo>
                <a:cubicBezTo>
                  <a:pt x="1537871" y="4548938"/>
                  <a:pt x="1511563" y="4552262"/>
                  <a:pt x="1289726" y="4572000"/>
                </a:cubicBezTo>
                <a:cubicBezTo>
                  <a:pt x="1067889" y="4591738"/>
                  <a:pt x="844757" y="4590661"/>
                  <a:pt x="702259" y="4572000"/>
                </a:cubicBezTo>
                <a:cubicBezTo>
                  <a:pt x="559761" y="4553339"/>
                  <a:pt x="153792" y="4558511"/>
                  <a:pt x="0" y="4572000"/>
                </a:cubicBezTo>
                <a:cubicBezTo>
                  <a:pt x="-11122" y="4327362"/>
                  <a:pt x="7816" y="4105357"/>
                  <a:pt x="0" y="3827417"/>
                </a:cubicBezTo>
                <a:cubicBezTo>
                  <a:pt x="-7816" y="3549477"/>
                  <a:pt x="2824" y="3376562"/>
                  <a:pt x="0" y="3082834"/>
                </a:cubicBezTo>
                <a:cubicBezTo>
                  <a:pt x="-2824" y="2789106"/>
                  <a:pt x="19194" y="2674625"/>
                  <a:pt x="0" y="2521131"/>
                </a:cubicBezTo>
                <a:cubicBezTo>
                  <a:pt x="-19194" y="2367637"/>
                  <a:pt x="-13471" y="1993190"/>
                  <a:pt x="0" y="1776549"/>
                </a:cubicBezTo>
                <a:cubicBezTo>
                  <a:pt x="13471" y="1559908"/>
                  <a:pt x="14210" y="1352073"/>
                  <a:pt x="0" y="1031966"/>
                </a:cubicBezTo>
                <a:cubicBezTo>
                  <a:pt x="-14210" y="711859"/>
                  <a:pt x="-11558" y="442010"/>
                  <a:pt x="0" y="0"/>
                </a:cubicBezTo>
                <a:close/>
              </a:path>
              <a:path w="8778240" h="4572000" stroke="0" extrusionOk="0">
                <a:moveTo>
                  <a:pt x="0" y="0"/>
                </a:moveTo>
                <a:cubicBezTo>
                  <a:pt x="223353" y="18986"/>
                  <a:pt x="464100" y="-14052"/>
                  <a:pt x="587467" y="0"/>
                </a:cubicBezTo>
                <a:cubicBezTo>
                  <a:pt x="710834" y="14052"/>
                  <a:pt x="1113701" y="521"/>
                  <a:pt x="1262716" y="0"/>
                </a:cubicBezTo>
                <a:cubicBezTo>
                  <a:pt x="1411731" y="-521"/>
                  <a:pt x="1703402" y="16362"/>
                  <a:pt x="1850183" y="0"/>
                </a:cubicBezTo>
                <a:cubicBezTo>
                  <a:pt x="1996964" y="-16362"/>
                  <a:pt x="2374624" y="17842"/>
                  <a:pt x="2613215" y="0"/>
                </a:cubicBezTo>
                <a:cubicBezTo>
                  <a:pt x="2851806" y="-17842"/>
                  <a:pt x="3181703" y="15842"/>
                  <a:pt x="3376246" y="0"/>
                </a:cubicBezTo>
                <a:cubicBezTo>
                  <a:pt x="3570789" y="-15842"/>
                  <a:pt x="3701795" y="9213"/>
                  <a:pt x="3788148" y="0"/>
                </a:cubicBezTo>
                <a:cubicBezTo>
                  <a:pt x="3874501" y="-9213"/>
                  <a:pt x="4066984" y="22846"/>
                  <a:pt x="4287833" y="0"/>
                </a:cubicBezTo>
                <a:cubicBezTo>
                  <a:pt x="4508683" y="-22846"/>
                  <a:pt x="4556309" y="-16352"/>
                  <a:pt x="4699735" y="0"/>
                </a:cubicBezTo>
                <a:cubicBezTo>
                  <a:pt x="4843161" y="16352"/>
                  <a:pt x="5360995" y="-31311"/>
                  <a:pt x="5550549" y="0"/>
                </a:cubicBezTo>
                <a:cubicBezTo>
                  <a:pt x="5740103" y="31311"/>
                  <a:pt x="5761994" y="-19282"/>
                  <a:pt x="5962451" y="0"/>
                </a:cubicBezTo>
                <a:cubicBezTo>
                  <a:pt x="6162908" y="19282"/>
                  <a:pt x="6299104" y="-11943"/>
                  <a:pt x="6462135" y="0"/>
                </a:cubicBezTo>
                <a:cubicBezTo>
                  <a:pt x="6625166" y="11943"/>
                  <a:pt x="7137113" y="7290"/>
                  <a:pt x="7312949" y="0"/>
                </a:cubicBezTo>
                <a:cubicBezTo>
                  <a:pt x="7488785" y="-7290"/>
                  <a:pt x="7690260" y="310"/>
                  <a:pt x="7988198" y="0"/>
                </a:cubicBezTo>
                <a:cubicBezTo>
                  <a:pt x="8286136" y="-310"/>
                  <a:pt x="8475736" y="11465"/>
                  <a:pt x="8778240" y="0"/>
                </a:cubicBezTo>
                <a:cubicBezTo>
                  <a:pt x="8776993" y="286758"/>
                  <a:pt x="8801117" y="425178"/>
                  <a:pt x="8778240" y="607423"/>
                </a:cubicBezTo>
                <a:cubicBezTo>
                  <a:pt x="8755363" y="789668"/>
                  <a:pt x="8756702" y="1055504"/>
                  <a:pt x="8778240" y="1260566"/>
                </a:cubicBezTo>
                <a:cubicBezTo>
                  <a:pt x="8799778" y="1465628"/>
                  <a:pt x="8768272" y="1668671"/>
                  <a:pt x="8778240" y="1776549"/>
                </a:cubicBezTo>
                <a:cubicBezTo>
                  <a:pt x="8788208" y="1884427"/>
                  <a:pt x="8756298" y="2182745"/>
                  <a:pt x="8778240" y="2521131"/>
                </a:cubicBezTo>
                <a:cubicBezTo>
                  <a:pt x="8800182" y="2859517"/>
                  <a:pt x="8796741" y="3038031"/>
                  <a:pt x="8778240" y="3219994"/>
                </a:cubicBezTo>
                <a:cubicBezTo>
                  <a:pt x="8759739" y="3401957"/>
                  <a:pt x="8760153" y="3574983"/>
                  <a:pt x="8778240" y="3735977"/>
                </a:cubicBezTo>
                <a:cubicBezTo>
                  <a:pt x="8796327" y="3896971"/>
                  <a:pt x="8766948" y="4199909"/>
                  <a:pt x="8778240" y="4572000"/>
                </a:cubicBezTo>
                <a:cubicBezTo>
                  <a:pt x="8460359" y="4591961"/>
                  <a:pt x="8357360" y="4553883"/>
                  <a:pt x="8102991" y="4572000"/>
                </a:cubicBezTo>
                <a:cubicBezTo>
                  <a:pt x="7848622" y="4590117"/>
                  <a:pt x="7530650" y="4606850"/>
                  <a:pt x="7339959" y="4572000"/>
                </a:cubicBezTo>
                <a:cubicBezTo>
                  <a:pt x="7149268" y="4537150"/>
                  <a:pt x="7104442" y="4560949"/>
                  <a:pt x="6928057" y="4572000"/>
                </a:cubicBezTo>
                <a:cubicBezTo>
                  <a:pt x="6751672" y="4583051"/>
                  <a:pt x="6626271" y="4551863"/>
                  <a:pt x="6428373" y="4572000"/>
                </a:cubicBezTo>
                <a:cubicBezTo>
                  <a:pt x="6230475" y="4592137"/>
                  <a:pt x="5954931" y="4592553"/>
                  <a:pt x="5753123" y="4572000"/>
                </a:cubicBezTo>
                <a:cubicBezTo>
                  <a:pt x="5551315" y="4551448"/>
                  <a:pt x="5284865" y="4548686"/>
                  <a:pt x="5077874" y="4572000"/>
                </a:cubicBezTo>
                <a:cubicBezTo>
                  <a:pt x="4870883" y="4595314"/>
                  <a:pt x="4411879" y="4547063"/>
                  <a:pt x="4227060" y="4572000"/>
                </a:cubicBezTo>
                <a:cubicBezTo>
                  <a:pt x="4042241" y="4596937"/>
                  <a:pt x="3660318" y="4586560"/>
                  <a:pt x="3464029" y="4572000"/>
                </a:cubicBezTo>
                <a:cubicBezTo>
                  <a:pt x="3267740" y="4557440"/>
                  <a:pt x="2963149" y="4595771"/>
                  <a:pt x="2700997" y="4572000"/>
                </a:cubicBezTo>
                <a:cubicBezTo>
                  <a:pt x="2438845" y="4548229"/>
                  <a:pt x="2400092" y="4544826"/>
                  <a:pt x="2113530" y="4572000"/>
                </a:cubicBezTo>
                <a:cubicBezTo>
                  <a:pt x="1826968" y="4599174"/>
                  <a:pt x="1791984" y="4591473"/>
                  <a:pt x="1613846" y="4572000"/>
                </a:cubicBezTo>
                <a:cubicBezTo>
                  <a:pt x="1435708" y="4552527"/>
                  <a:pt x="1248221" y="4593111"/>
                  <a:pt x="938596" y="4572000"/>
                </a:cubicBezTo>
                <a:cubicBezTo>
                  <a:pt x="628971" y="4550890"/>
                  <a:pt x="344974" y="4568050"/>
                  <a:pt x="0" y="4572000"/>
                </a:cubicBezTo>
                <a:cubicBezTo>
                  <a:pt x="12928" y="4421210"/>
                  <a:pt x="6037" y="4024138"/>
                  <a:pt x="0" y="3873137"/>
                </a:cubicBezTo>
                <a:cubicBezTo>
                  <a:pt x="-6037" y="3722136"/>
                  <a:pt x="-8605" y="3326022"/>
                  <a:pt x="0" y="3128554"/>
                </a:cubicBezTo>
                <a:cubicBezTo>
                  <a:pt x="8605" y="2931086"/>
                  <a:pt x="22194" y="2738330"/>
                  <a:pt x="0" y="2383971"/>
                </a:cubicBezTo>
                <a:cubicBezTo>
                  <a:pt x="-22194" y="2029612"/>
                  <a:pt x="1491" y="1947295"/>
                  <a:pt x="0" y="1730829"/>
                </a:cubicBezTo>
                <a:cubicBezTo>
                  <a:pt x="-1491" y="1514363"/>
                  <a:pt x="-17379" y="1441633"/>
                  <a:pt x="0" y="1214846"/>
                </a:cubicBezTo>
                <a:cubicBezTo>
                  <a:pt x="17379" y="988059"/>
                  <a:pt x="-10922" y="24465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1002879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02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2</Words>
  <Application>Microsoft Office PowerPoint</Application>
  <PresentationFormat>와이드스크린</PresentationFormat>
  <Paragraphs>2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김인화</dc:creator>
  <cp:lastModifiedBy>김인화</cp:lastModifiedBy>
  <cp:revision>4</cp:revision>
  <dcterms:created xsi:type="dcterms:W3CDTF">2024-05-27T10:02:02Z</dcterms:created>
  <dcterms:modified xsi:type="dcterms:W3CDTF">2024-05-27T18:46:07Z</dcterms:modified>
</cp:coreProperties>
</file>