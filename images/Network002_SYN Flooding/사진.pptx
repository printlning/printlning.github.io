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48" r:id="rId2"/>
  </p:sldMasterIdLst>
  <p:sldIdLst>
    <p:sldId id="256" r:id="rId3"/>
    <p:sldId id="25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2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DCB123-3AB8-2A5A-BFC3-6BB5AEC28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4C6212E-C624-B936-AB08-E2A1ED72E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3767D8-8A72-E896-24B4-027609F4F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10EFA-E013-4DB0-9EBD-162610E62DD5}" type="datetimeFigureOut">
              <a:rPr lang="ko-KR" altLang="en-US" smtClean="0"/>
              <a:t>2024-06-30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F28B84-6E1E-F889-4189-E68B02D6F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479423-6138-C085-9333-58AC3D7E5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64F9B-8486-4977-950D-B72815352B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593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82EC5-F6B5-0CBF-08D0-C1D3F679A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000E01-6ADE-E0EA-33C5-FCC6B3E00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A05FC8-1A3B-221A-FD17-A809E031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10EFA-E013-4DB0-9EBD-162610E62DD5}" type="datetimeFigureOut">
              <a:rPr lang="ko-KR" altLang="en-US" smtClean="0"/>
              <a:t>2024-06-30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8D3277-DFEF-FE72-3D2A-19F815F73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821323-0EAD-4033-3315-E84596398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64F9B-8486-4977-950D-B72815352B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639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4A5C3B-D23F-CFF7-24B0-088C37CA9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F38A19-6F82-E9F2-ACED-AF7BB0291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86EC0B-61F6-8ADA-DD9A-C497EC776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10EFA-E013-4DB0-9EBD-162610E62DD5}" type="datetimeFigureOut">
              <a:rPr lang="ko-KR" altLang="en-US" smtClean="0"/>
              <a:t>2024-06-30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0FB86F-80CD-88ED-42B8-4514C7D15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B36158-F934-AE0A-D25E-AF3CE28F4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64F9B-8486-4977-950D-B72815352B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1529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AE8F47-0193-F07A-A93C-8D3FF17F9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082025-E356-F78B-5A65-3A3EDB71D1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E01B63-33D8-293A-BF8A-56257A7B1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607F22-963B-EA36-17B4-16B8B9034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10EFA-E013-4DB0-9EBD-162610E62DD5}" type="datetimeFigureOut">
              <a:rPr lang="ko-KR" altLang="en-US" smtClean="0"/>
              <a:t>2024-06-30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FC4C06-3B88-B6A2-9561-6D0A7F509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91B024-411B-EB17-9C6A-38208F23C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64F9B-8486-4977-950D-B72815352B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921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19D3C3-9682-009A-155D-054B81838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811425-B71C-FC4C-C51E-2A980F266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2C2EEB-458E-4B94-8A6D-E55411BAA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53C28D3-9D4E-A362-ECE1-4D59382B81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798FDD3-3656-FF96-5FF1-552C122331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4A2674E-FFA8-1C4C-23ED-F0EE35217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10EFA-E013-4DB0-9EBD-162610E62DD5}" type="datetimeFigureOut">
              <a:rPr lang="ko-KR" altLang="en-US" smtClean="0"/>
              <a:t>2024-06-30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964AF02-56E8-CE2A-CF24-1997939A2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3EDB47A-586C-0794-4805-401883493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64F9B-8486-4977-950D-B72815352B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163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BAA9D-86B1-F735-6CF4-84DEE0BD6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6E59D8-3227-59AF-8F1E-BD969D88B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10EFA-E013-4DB0-9EBD-162610E62DD5}" type="datetimeFigureOut">
              <a:rPr lang="ko-KR" altLang="en-US" smtClean="0"/>
              <a:t>2024-06-30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3D356F-0381-036A-A674-435E8A302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5BF59A-4B59-3E27-332F-D8A348636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64F9B-8486-4977-950D-B72815352B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336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E5BE4CF-A717-1713-CBF2-AE010AC65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10EFA-E013-4DB0-9EBD-162610E62DD5}" type="datetimeFigureOut">
              <a:rPr lang="ko-KR" altLang="en-US" smtClean="0"/>
              <a:t>2024-06-30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E188C3C-E8CB-823C-912A-709CFDEFE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C2DA26-F678-4D93-66C9-038CE2031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64F9B-8486-4977-950D-B72815352B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783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0D70D2-710D-D279-9B32-9EC306B83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9D5BA6-960D-03DF-DF98-323E3D3B9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D42197-FC24-F227-1050-E46F67D4A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0DC590-E82E-C192-0066-0DFE3DB6E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10EFA-E013-4DB0-9EBD-162610E62DD5}" type="datetimeFigureOut">
              <a:rPr lang="ko-KR" altLang="en-US" smtClean="0"/>
              <a:t>2024-06-30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04C8D1-FB24-1E84-6EED-FF820BF1A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037964-98CA-F26E-149C-9EA584AE9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64F9B-8486-4977-950D-B72815352B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594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91CF9E-B2DC-13A2-13BD-69D8E04B9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ED40AF5-ADE5-3C37-AD0C-C2763587A2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86B2C7-4554-B206-4B93-E6CD879FD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284F56-D75E-63E0-8B29-F9B33C3E8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10EFA-E013-4DB0-9EBD-162610E62DD5}" type="datetimeFigureOut">
              <a:rPr lang="ko-KR" altLang="en-US" smtClean="0"/>
              <a:t>2024-06-30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E96A2F-C32D-9D48-1AD9-CA7BF62E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41CDF5-C5D0-9F42-133E-27B821BAB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64F9B-8486-4977-950D-B72815352B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34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F0CE69-C4DB-8709-2D8A-CF0993C2D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1129C6-D39C-3839-BCD1-2238A4E32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B31F2F-E7D7-E3A6-83A4-07BF13D9C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10EFA-E013-4DB0-9EBD-162610E62DD5}" type="datetimeFigureOut">
              <a:rPr lang="ko-KR" altLang="en-US" smtClean="0"/>
              <a:t>2024-06-30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1F646F-64E9-49A0-FECE-F4D622D06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20577F-0E17-0EF6-282B-A4646C53E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64F9B-8486-4977-950D-B72815352B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455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0B69C42-196D-780A-4A6C-C4AF056C53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31005B-E02F-A1DC-D70B-5B4444ABD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482E5E-A518-89A0-3A8E-8C291B819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10EFA-E013-4DB0-9EBD-162610E62DD5}" type="datetimeFigureOut">
              <a:rPr lang="ko-KR" altLang="en-US" smtClean="0"/>
              <a:t>2024-06-30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C19BF6-329D-69B7-6350-31AC37E43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C1CE78-61A5-38A1-63AE-AB912370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64F9B-8486-4977-950D-B72815352B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579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375B6-3E72-4B2A-4E01-0A3134A87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B44222-DF89-C154-0D1A-6B1985B1B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0A061A-9B8B-3E6B-089A-E5BB954E6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C8E73-C30E-475D-9486-01C7D14026D3}" type="datetimeFigureOut">
              <a:rPr lang="ko-KR" altLang="en-US" smtClean="0"/>
              <a:t>2024-06-30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DFD123-FDC1-9898-1DD9-14ECBB426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65ACDC-8567-C878-2981-9225D513D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41622-930B-42BF-97B3-DF6258727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005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C9391E3-03D0-AEC4-37DA-627D011C4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33796F-3298-485C-60C2-6D2E39480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17A88C-53B4-1BC5-C7C9-E1F5214094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10EFA-E013-4DB0-9EBD-162610E62DD5}" type="datetimeFigureOut">
              <a:rPr lang="ko-KR" altLang="en-US" smtClean="0"/>
              <a:t>2024-06-30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E5F12A-2FB9-96AA-0AE5-A1F2A7314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1C5941-8AF9-CE29-CE7D-BE959229DC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C64F9B-8486-4977-950D-B72815352B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256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23CE9BA-8323-ADD5-BC53-53178FA57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EF82C2-38C2-D0D3-CF5F-A89A2E9A4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AD8FAA-4D00-0B1F-0CA6-FC78F3601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EC8E73-C30E-475D-9486-01C7D14026D3}" type="datetimeFigureOut">
              <a:rPr lang="ko-KR" altLang="en-US" smtClean="0"/>
              <a:t>2024-06-30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B37547-B70F-C3A7-53E3-2FB2958AD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7F0968-0836-0BF5-2D69-A86F8042D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441622-930B-42BF-97B3-DF6258727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049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그룹 64">
            <a:extLst>
              <a:ext uri="{FF2B5EF4-FFF2-40B4-BE49-F238E27FC236}">
                <a16:creationId xmlns:a16="http://schemas.microsoft.com/office/drawing/2014/main" id="{3D1F043C-D15D-83D9-CE59-755480C7604B}"/>
              </a:ext>
            </a:extLst>
          </p:cNvPr>
          <p:cNvGrpSpPr/>
          <p:nvPr/>
        </p:nvGrpSpPr>
        <p:grpSpPr>
          <a:xfrm>
            <a:off x="1636294" y="1076852"/>
            <a:ext cx="8919411" cy="4704293"/>
            <a:chOff x="1636294" y="1076852"/>
            <a:chExt cx="8919411" cy="4704293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B1F31E76-7F61-9641-F2BE-36C381D8C8ED}"/>
                </a:ext>
              </a:extLst>
            </p:cNvPr>
            <p:cNvGrpSpPr/>
            <p:nvPr/>
          </p:nvGrpSpPr>
          <p:grpSpPr>
            <a:xfrm>
              <a:off x="1636294" y="1076852"/>
              <a:ext cx="8919411" cy="4704293"/>
              <a:chOff x="1636294" y="1076852"/>
              <a:chExt cx="8919411" cy="4704293"/>
            </a:xfrm>
          </p:grpSpPr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26A51E82-6306-019A-AB74-D1CDC5937B27}"/>
                  </a:ext>
                </a:extLst>
              </p:cNvPr>
              <p:cNvSpPr/>
              <p:nvPr/>
            </p:nvSpPr>
            <p:spPr>
              <a:xfrm>
                <a:off x="1636294" y="1076852"/>
                <a:ext cx="8919411" cy="4704293"/>
              </a:xfrm>
              <a:custGeom>
                <a:avLst/>
                <a:gdLst>
                  <a:gd name="connsiteX0" fmla="*/ 0 w 8919411"/>
                  <a:gd name="connsiteY0" fmla="*/ 0 h 4704293"/>
                  <a:gd name="connsiteX1" fmla="*/ 507720 w 8919411"/>
                  <a:gd name="connsiteY1" fmla="*/ 0 h 4704293"/>
                  <a:gd name="connsiteX2" fmla="*/ 1372217 w 8919411"/>
                  <a:gd name="connsiteY2" fmla="*/ 0 h 4704293"/>
                  <a:gd name="connsiteX3" fmla="*/ 2236714 w 8919411"/>
                  <a:gd name="connsiteY3" fmla="*/ 0 h 4704293"/>
                  <a:gd name="connsiteX4" fmla="*/ 2922822 w 8919411"/>
                  <a:gd name="connsiteY4" fmla="*/ 0 h 4704293"/>
                  <a:gd name="connsiteX5" fmla="*/ 3787319 w 8919411"/>
                  <a:gd name="connsiteY5" fmla="*/ 0 h 4704293"/>
                  <a:gd name="connsiteX6" fmla="*/ 4295039 w 8919411"/>
                  <a:gd name="connsiteY6" fmla="*/ 0 h 4704293"/>
                  <a:gd name="connsiteX7" fmla="*/ 4981148 w 8919411"/>
                  <a:gd name="connsiteY7" fmla="*/ 0 h 4704293"/>
                  <a:gd name="connsiteX8" fmla="*/ 5488868 w 8919411"/>
                  <a:gd name="connsiteY8" fmla="*/ 0 h 4704293"/>
                  <a:gd name="connsiteX9" fmla="*/ 5996589 w 8919411"/>
                  <a:gd name="connsiteY9" fmla="*/ 0 h 4704293"/>
                  <a:gd name="connsiteX10" fmla="*/ 6861085 w 8919411"/>
                  <a:gd name="connsiteY10" fmla="*/ 0 h 4704293"/>
                  <a:gd name="connsiteX11" fmla="*/ 7547194 w 8919411"/>
                  <a:gd name="connsiteY11" fmla="*/ 0 h 4704293"/>
                  <a:gd name="connsiteX12" fmla="*/ 8144108 w 8919411"/>
                  <a:gd name="connsiteY12" fmla="*/ 0 h 4704293"/>
                  <a:gd name="connsiteX13" fmla="*/ 8919411 w 8919411"/>
                  <a:gd name="connsiteY13" fmla="*/ 0 h 4704293"/>
                  <a:gd name="connsiteX14" fmla="*/ 8919411 w 8919411"/>
                  <a:gd name="connsiteY14" fmla="*/ 672042 h 4704293"/>
                  <a:gd name="connsiteX15" fmla="*/ 8919411 w 8919411"/>
                  <a:gd name="connsiteY15" fmla="*/ 1344084 h 4704293"/>
                  <a:gd name="connsiteX16" fmla="*/ 8919411 w 8919411"/>
                  <a:gd name="connsiteY16" fmla="*/ 2016126 h 4704293"/>
                  <a:gd name="connsiteX17" fmla="*/ 8919411 w 8919411"/>
                  <a:gd name="connsiteY17" fmla="*/ 2547039 h 4704293"/>
                  <a:gd name="connsiteX18" fmla="*/ 8919411 w 8919411"/>
                  <a:gd name="connsiteY18" fmla="*/ 3172038 h 4704293"/>
                  <a:gd name="connsiteX19" fmla="*/ 8919411 w 8919411"/>
                  <a:gd name="connsiteY19" fmla="*/ 3702951 h 4704293"/>
                  <a:gd name="connsiteX20" fmla="*/ 8919411 w 8919411"/>
                  <a:gd name="connsiteY20" fmla="*/ 4704293 h 4704293"/>
                  <a:gd name="connsiteX21" fmla="*/ 8322497 w 8919411"/>
                  <a:gd name="connsiteY21" fmla="*/ 4704293 h 4704293"/>
                  <a:gd name="connsiteX22" fmla="*/ 7636388 w 8919411"/>
                  <a:gd name="connsiteY22" fmla="*/ 4704293 h 4704293"/>
                  <a:gd name="connsiteX23" fmla="*/ 6771891 w 8919411"/>
                  <a:gd name="connsiteY23" fmla="*/ 4704293 h 4704293"/>
                  <a:gd name="connsiteX24" fmla="*/ 5907395 w 8919411"/>
                  <a:gd name="connsiteY24" fmla="*/ 4704293 h 4704293"/>
                  <a:gd name="connsiteX25" fmla="*/ 5310480 w 8919411"/>
                  <a:gd name="connsiteY25" fmla="*/ 4704293 h 4704293"/>
                  <a:gd name="connsiteX26" fmla="*/ 4624372 w 8919411"/>
                  <a:gd name="connsiteY26" fmla="*/ 4704293 h 4704293"/>
                  <a:gd name="connsiteX27" fmla="*/ 4205845 w 8919411"/>
                  <a:gd name="connsiteY27" fmla="*/ 4704293 h 4704293"/>
                  <a:gd name="connsiteX28" fmla="*/ 3698125 w 8919411"/>
                  <a:gd name="connsiteY28" fmla="*/ 4704293 h 4704293"/>
                  <a:gd name="connsiteX29" fmla="*/ 3101211 w 8919411"/>
                  <a:gd name="connsiteY29" fmla="*/ 4704293 h 4704293"/>
                  <a:gd name="connsiteX30" fmla="*/ 2593490 w 8919411"/>
                  <a:gd name="connsiteY30" fmla="*/ 4704293 h 4704293"/>
                  <a:gd name="connsiteX31" fmla="*/ 1818188 w 8919411"/>
                  <a:gd name="connsiteY31" fmla="*/ 4704293 h 4704293"/>
                  <a:gd name="connsiteX32" fmla="*/ 1310467 w 8919411"/>
                  <a:gd name="connsiteY32" fmla="*/ 4704293 h 4704293"/>
                  <a:gd name="connsiteX33" fmla="*/ 713553 w 8919411"/>
                  <a:gd name="connsiteY33" fmla="*/ 4704293 h 4704293"/>
                  <a:gd name="connsiteX34" fmla="*/ 0 w 8919411"/>
                  <a:gd name="connsiteY34" fmla="*/ 4704293 h 4704293"/>
                  <a:gd name="connsiteX35" fmla="*/ 0 w 8919411"/>
                  <a:gd name="connsiteY35" fmla="*/ 3938165 h 4704293"/>
                  <a:gd name="connsiteX36" fmla="*/ 0 w 8919411"/>
                  <a:gd name="connsiteY36" fmla="*/ 3172038 h 4704293"/>
                  <a:gd name="connsiteX37" fmla="*/ 0 w 8919411"/>
                  <a:gd name="connsiteY37" fmla="*/ 2594082 h 4704293"/>
                  <a:gd name="connsiteX38" fmla="*/ 0 w 8919411"/>
                  <a:gd name="connsiteY38" fmla="*/ 1827954 h 4704293"/>
                  <a:gd name="connsiteX39" fmla="*/ 0 w 8919411"/>
                  <a:gd name="connsiteY39" fmla="*/ 1061826 h 4704293"/>
                  <a:gd name="connsiteX40" fmla="*/ 0 w 8919411"/>
                  <a:gd name="connsiteY40" fmla="*/ 0 h 4704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8919411" h="4704293" fill="none" extrusionOk="0">
                    <a:moveTo>
                      <a:pt x="0" y="0"/>
                    </a:moveTo>
                    <a:cubicBezTo>
                      <a:pt x="155852" y="12910"/>
                      <a:pt x="353093" y="15622"/>
                      <a:pt x="507720" y="0"/>
                    </a:cubicBezTo>
                    <a:cubicBezTo>
                      <a:pt x="662347" y="-15622"/>
                      <a:pt x="1104388" y="-1090"/>
                      <a:pt x="1372217" y="0"/>
                    </a:cubicBezTo>
                    <a:cubicBezTo>
                      <a:pt x="1640046" y="1090"/>
                      <a:pt x="1836651" y="24641"/>
                      <a:pt x="2236714" y="0"/>
                    </a:cubicBezTo>
                    <a:cubicBezTo>
                      <a:pt x="2636777" y="-24641"/>
                      <a:pt x="2683889" y="-9815"/>
                      <a:pt x="2922822" y="0"/>
                    </a:cubicBezTo>
                    <a:cubicBezTo>
                      <a:pt x="3161755" y="9815"/>
                      <a:pt x="3478906" y="18756"/>
                      <a:pt x="3787319" y="0"/>
                    </a:cubicBezTo>
                    <a:cubicBezTo>
                      <a:pt x="4095732" y="-18756"/>
                      <a:pt x="4059573" y="-4477"/>
                      <a:pt x="4295039" y="0"/>
                    </a:cubicBezTo>
                    <a:cubicBezTo>
                      <a:pt x="4530505" y="4477"/>
                      <a:pt x="4817588" y="13218"/>
                      <a:pt x="4981148" y="0"/>
                    </a:cubicBezTo>
                    <a:cubicBezTo>
                      <a:pt x="5144708" y="-13218"/>
                      <a:pt x="5268258" y="-8868"/>
                      <a:pt x="5488868" y="0"/>
                    </a:cubicBezTo>
                    <a:cubicBezTo>
                      <a:pt x="5709478" y="8868"/>
                      <a:pt x="5871002" y="12309"/>
                      <a:pt x="5996589" y="0"/>
                    </a:cubicBezTo>
                    <a:cubicBezTo>
                      <a:pt x="6122176" y="-12309"/>
                      <a:pt x="6644343" y="-27135"/>
                      <a:pt x="6861085" y="0"/>
                    </a:cubicBezTo>
                    <a:cubicBezTo>
                      <a:pt x="7077827" y="27135"/>
                      <a:pt x="7284724" y="31368"/>
                      <a:pt x="7547194" y="0"/>
                    </a:cubicBezTo>
                    <a:cubicBezTo>
                      <a:pt x="7809664" y="-31368"/>
                      <a:pt x="7969953" y="6483"/>
                      <a:pt x="8144108" y="0"/>
                    </a:cubicBezTo>
                    <a:cubicBezTo>
                      <a:pt x="8318263" y="-6483"/>
                      <a:pt x="8597796" y="-3839"/>
                      <a:pt x="8919411" y="0"/>
                    </a:cubicBezTo>
                    <a:cubicBezTo>
                      <a:pt x="8947814" y="313012"/>
                      <a:pt x="8923797" y="417376"/>
                      <a:pt x="8919411" y="672042"/>
                    </a:cubicBezTo>
                    <a:cubicBezTo>
                      <a:pt x="8915025" y="926708"/>
                      <a:pt x="8941503" y="1200634"/>
                      <a:pt x="8919411" y="1344084"/>
                    </a:cubicBezTo>
                    <a:cubicBezTo>
                      <a:pt x="8897319" y="1487534"/>
                      <a:pt x="8896018" y="1707868"/>
                      <a:pt x="8919411" y="2016126"/>
                    </a:cubicBezTo>
                    <a:cubicBezTo>
                      <a:pt x="8942804" y="2324384"/>
                      <a:pt x="8907776" y="2324871"/>
                      <a:pt x="8919411" y="2547039"/>
                    </a:cubicBezTo>
                    <a:cubicBezTo>
                      <a:pt x="8931046" y="2769207"/>
                      <a:pt x="8929947" y="3024608"/>
                      <a:pt x="8919411" y="3172038"/>
                    </a:cubicBezTo>
                    <a:cubicBezTo>
                      <a:pt x="8908875" y="3319468"/>
                      <a:pt x="8943244" y="3452684"/>
                      <a:pt x="8919411" y="3702951"/>
                    </a:cubicBezTo>
                    <a:cubicBezTo>
                      <a:pt x="8895578" y="3953218"/>
                      <a:pt x="8921649" y="4442202"/>
                      <a:pt x="8919411" y="4704293"/>
                    </a:cubicBezTo>
                    <a:cubicBezTo>
                      <a:pt x="8763925" y="4723704"/>
                      <a:pt x="8483515" y="4694547"/>
                      <a:pt x="8322497" y="4704293"/>
                    </a:cubicBezTo>
                    <a:cubicBezTo>
                      <a:pt x="8161479" y="4714039"/>
                      <a:pt x="7780689" y="4679333"/>
                      <a:pt x="7636388" y="4704293"/>
                    </a:cubicBezTo>
                    <a:cubicBezTo>
                      <a:pt x="7492087" y="4729253"/>
                      <a:pt x="7201343" y="4718841"/>
                      <a:pt x="6771891" y="4704293"/>
                    </a:cubicBezTo>
                    <a:cubicBezTo>
                      <a:pt x="6342439" y="4689745"/>
                      <a:pt x="6142047" y="4664990"/>
                      <a:pt x="5907395" y="4704293"/>
                    </a:cubicBezTo>
                    <a:cubicBezTo>
                      <a:pt x="5672743" y="4743596"/>
                      <a:pt x="5459816" y="4707115"/>
                      <a:pt x="5310480" y="4704293"/>
                    </a:cubicBezTo>
                    <a:cubicBezTo>
                      <a:pt x="5161145" y="4701471"/>
                      <a:pt x="4939795" y="4692648"/>
                      <a:pt x="4624372" y="4704293"/>
                    </a:cubicBezTo>
                    <a:cubicBezTo>
                      <a:pt x="4308949" y="4715938"/>
                      <a:pt x="4410116" y="4699146"/>
                      <a:pt x="4205845" y="4704293"/>
                    </a:cubicBezTo>
                    <a:cubicBezTo>
                      <a:pt x="4001574" y="4709440"/>
                      <a:pt x="3876302" y="4687478"/>
                      <a:pt x="3698125" y="4704293"/>
                    </a:cubicBezTo>
                    <a:cubicBezTo>
                      <a:pt x="3519948" y="4721108"/>
                      <a:pt x="3233266" y="4720005"/>
                      <a:pt x="3101211" y="4704293"/>
                    </a:cubicBezTo>
                    <a:cubicBezTo>
                      <a:pt x="2969156" y="4688581"/>
                      <a:pt x="2820524" y="4685715"/>
                      <a:pt x="2593490" y="4704293"/>
                    </a:cubicBezTo>
                    <a:cubicBezTo>
                      <a:pt x="2366456" y="4722871"/>
                      <a:pt x="2205427" y="4690247"/>
                      <a:pt x="1818188" y="4704293"/>
                    </a:cubicBezTo>
                    <a:cubicBezTo>
                      <a:pt x="1430949" y="4718339"/>
                      <a:pt x="1494027" y="4713075"/>
                      <a:pt x="1310467" y="4704293"/>
                    </a:cubicBezTo>
                    <a:cubicBezTo>
                      <a:pt x="1126907" y="4695511"/>
                      <a:pt x="938701" y="4678483"/>
                      <a:pt x="713553" y="4704293"/>
                    </a:cubicBezTo>
                    <a:cubicBezTo>
                      <a:pt x="488405" y="4730103"/>
                      <a:pt x="289117" y="4732539"/>
                      <a:pt x="0" y="4704293"/>
                    </a:cubicBezTo>
                    <a:cubicBezTo>
                      <a:pt x="-26116" y="4359461"/>
                      <a:pt x="-19719" y="4193012"/>
                      <a:pt x="0" y="3938165"/>
                    </a:cubicBezTo>
                    <a:cubicBezTo>
                      <a:pt x="19719" y="3683318"/>
                      <a:pt x="-6622" y="3465295"/>
                      <a:pt x="0" y="3172038"/>
                    </a:cubicBezTo>
                    <a:cubicBezTo>
                      <a:pt x="6622" y="2878781"/>
                      <a:pt x="7416" y="2720401"/>
                      <a:pt x="0" y="2594082"/>
                    </a:cubicBezTo>
                    <a:cubicBezTo>
                      <a:pt x="-7416" y="2467763"/>
                      <a:pt x="-27569" y="2097341"/>
                      <a:pt x="0" y="1827954"/>
                    </a:cubicBezTo>
                    <a:cubicBezTo>
                      <a:pt x="27569" y="1558567"/>
                      <a:pt x="23722" y="1402043"/>
                      <a:pt x="0" y="1061826"/>
                    </a:cubicBezTo>
                    <a:cubicBezTo>
                      <a:pt x="-23722" y="721609"/>
                      <a:pt x="3106" y="337193"/>
                      <a:pt x="0" y="0"/>
                    </a:cubicBezTo>
                    <a:close/>
                  </a:path>
                  <a:path w="8919411" h="4704293" stroke="0" extrusionOk="0">
                    <a:moveTo>
                      <a:pt x="0" y="0"/>
                    </a:moveTo>
                    <a:cubicBezTo>
                      <a:pt x="212365" y="-5153"/>
                      <a:pt x="382387" y="-2443"/>
                      <a:pt x="596914" y="0"/>
                    </a:cubicBezTo>
                    <a:cubicBezTo>
                      <a:pt x="811441" y="2443"/>
                      <a:pt x="997373" y="9618"/>
                      <a:pt x="1283023" y="0"/>
                    </a:cubicBezTo>
                    <a:cubicBezTo>
                      <a:pt x="1568673" y="-9618"/>
                      <a:pt x="1692618" y="5819"/>
                      <a:pt x="1879937" y="0"/>
                    </a:cubicBezTo>
                    <a:cubicBezTo>
                      <a:pt x="2067256" y="-5819"/>
                      <a:pt x="2473833" y="26113"/>
                      <a:pt x="2655240" y="0"/>
                    </a:cubicBezTo>
                    <a:cubicBezTo>
                      <a:pt x="2836647" y="-26113"/>
                      <a:pt x="3189547" y="-18111"/>
                      <a:pt x="3430543" y="0"/>
                    </a:cubicBezTo>
                    <a:cubicBezTo>
                      <a:pt x="3671539" y="18111"/>
                      <a:pt x="3705908" y="3984"/>
                      <a:pt x="3849069" y="0"/>
                    </a:cubicBezTo>
                    <a:cubicBezTo>
                      <a:pt x="3992230" y="-3984"/>
                      <a:pt x="4236175" y="-11617"/>
                      <a:pt x="4356789" y="0"/>
                    </a:cubicBezTo>
                    <a:cubicBezTo>
                      <a:pt x="4477403" y="11617"/>
                      <a:pt x="4576061" y="-279"/>
                      <a:pt x="4775315" y="0"/>
                    </a:cubicBezTo>
                    <a:cubicBezTo>
                      <a:pt x="4974569" y="279"/>
                      <a:pt x="5277973" y="-39466"/>
                      <a:pt x="5639812" y="0"/>
                    </a:cubicBezTo>
                    <a:cubicBezTo>
                      <a:pt x="6001651" y="39466"/>
                      <a:pt x="5908454" y="-15848"/>
                      <a:pt x="6058338" y="0"/>
                    </a:cubicBezTo>
                    <a:cubicBezTo>
                      <a:pt x="6208222" y="15848"/>
                      <a:pt x="6383469" y="6005"/>
                      <a:pt x="6566059" y="0"/>
                    </a:cubicBezTo>
                    <a:cubicBezTo>
                      <a:pt x="6748649" y="-6005"/>
                      <a:pt x="7104063" y="7671"/>
                      <a:pt x="7430555" y="0"/>
                    </a:cubicBezTo>
                    <a:cubicBezTo>
                      <a:pt x="7757047" y="-7671"/>
                      <a:pt x="7905262" y="32632"/>
                      <a:pt x="8116664" y="0"/>
                    </a:cubicBezTo>
                    <a:cubicBezTo>
                      <a:pt x="8328066" y="-32632"/>
                      <a:pt x="8597494" y="-20521"/>
                      <a:pt x="8919411" y="0"/>
                    </a:cubicBezTo>
                    <a:cubicBezTo>
                      <a:pt x="8934427" y="223380"/>
                      <a:pt x="8918638" y="481377"/>
                      <a:pt x="8919411" y="624999"/>
                    </a:cubicBezTo>
                    <a:cubicBezTo>
                      <a:pt x="8920184" y="768621"/>
                      <a:pt x="8894979" y="1039513"/>
                      <a:pt x="8919411" y="1297041"/>
                    </a:cubicBezTo>
                    <a:cubicBezTo>
                      <a:pt x="8943843" y="1554569"/>
                      <a:pt x="8896756" y="1576214"/>
                      <a:pt x="8919411" y="1827954"/>
                    </a:cubicBezTo>
                    <a:cubicBezTo>
                      <a:pt x="8942066" y="2079694"/>
                      <a:pt x="8952302" y="2396914"/>
                      <a:pt x="8919411" y="2594082"/>
                    </a:cubicBezTo>
                    <a:cubicBezTo>
                      <a:pt x="8886520" y="2791250"/>
                      <a:pt x="8887774" y="3128122"/>
                      <a:pt x="8919411" y="3313166"/>
                    </a:cubicBezTo>
                    <a:cubicBezTo>
                      <a:pt x="8951048" y="3498210"/>
                      <a:pt x="8905040" y="3583846"/>
                      <a:pt x="8919411" y="3844079"/>
                    </a:cubicBezTo>
                    <a:cubicBezTo>
                      <a:pt x="8933782" y="4104312"/>
                      <a:pt x="8883679" y="4478215"/>
                      <a:pt x="8919411" y="4704293"/>
                    </a:cubicBezTo>
                    <a:cubicBezTo>
                      <a:pt x="8656847" y="4691389"/>
                      <a:pt x="8531379" y="4719935"/>
                      <a:pt x="8233302" y="4704293"/>
                    </a:cubicBezTo>
                    <a:cubicBezTo>
                      <a:pt x="7935225" y="4688651"/>
                      <a:pt x="7836750" y="4720962"/>
                      <a:pt x="7458000" y="4704293"/>
                    </a:cubicBezTo>
                    <a:cubicBezTo>
                      <a:pt x="7079250" y="4687624"/>
                      <a:pt x="7244125" y="4706187"/>
                      <a:pt x="7039474" y="4704293"/>
                    </a:cubicBezTo>
                    <a:cubicBezTo>
                      <a:pt x="6834823" y="4702399"/>
                      <a:pt x="6733132" y="4710085"/>
                      <a:pt x="6531753" y="4704293"/>
                    </a:cubicBezTo>
                    <a:cubicBezTo>
                      <a:pt x="6330374" y="4698501"/>
                      <a:pt x="6163769" y="4701840"/>
                      <a:pt x="5845645" y="4704293"/>
                    </a:cubicBezTo>
                    <a:cubicBezTo>
                      <a:pt x="5527521" y="4706746"/>
                      <a:pt x="5354543" y="4731204"/>
                      <a:pt x="5159536" y="4704293"/>
                    </a:cubicBezTo>
                    <a:cubicBezTo>
                      <a:pt x="4964529" y="4677382"/>
                      <a:pt x="4626303" y="4689499"/>
                      <a:pt x="4295039" y="4704293"/>
                    </a:cubicBezTo>
                    <a:cubicBezTo>
                      <a:pt x="3963775" y="4719087"/>
                      <a:pt x="3858965" y="4738447"/>
                      <a:pt x="3519737" y="4704293"/>
                    </a:cubicBezTo>
                    <a:cubicBezTo>
                      <a:pt x="3180509" y="4670139"/>
                      <a:pt x="3110658" y="4679344"/>
                      <a:pt x="2744434" y="4704293"/>
                    </a:cubicBezTo>
                    <a:cubicBezTo>
                      <a:pt x="2378210" y="4729242"/>
                      <a:pt x="2404749" y="4682259"/>
                      <a:pt x="2147520" y="4704293"/>
                    </a:cubicBezTo>
                    <a:cubicBezTo>
                      <a:pt x="1890291" y="4726327"/>
                      <a:pt x="1827676" y="4694168"/>
                      <a:pt x="1639799" y="4704293"/>
                    </a:cubicBezTo>
                    <a:cubicBezTo>
                      <a:pt x="1451922" y="4714418"/>
                      <a:pt x="1282562" y="4712376"/>
                      <a:pt x="953691" y="4704293"/>
                    </a:cubicBezTo>
                    <a:cubicBezTo>
                      <a:pt x="624820" y="4696210"/>
                      <a:pt x="413831" y="4664926"/>
                      <a:pt x="0" y="4704293"/>
                    </a:cubicBezTo>
                    <a:cubicBezTo>
                      <a:pt x="28538" y="4392175"/>
                      <a:pt x="20106" y="4230980"/>
                      <a:pt x="0" y="3985208"/>
                    </a:cubicBezTo>
                    <a:cubicBezTo>
                      <a:pt x="-20106" y="3739437"/>
                      <a:pt x="-4534" y="3590038"/>
                      <a:pt x="0" y="3219080"/>
                    </a:cubicBezTo>
                    <a:cubicBezTo>
                      <a:pt x="4534" y="2848122"/>
                      <a:pt x="-6675" y="2639298"/>
                      <a:pt x="0" y="2452953"/>
                    </a:cubicBezTo>
                    <a:cubicBezTo>
                      <a:pt x="6675" y="2266608"/>
                      <a:pt x="31004" y="2108772"/>
                      <a:pt x="0" y="1780911"/>
                    </a:cubicBezTo>
                    <a:cubicBezTo>
                      <a:pt x="-31004" y="1453050"/>
                      <a:pt x="12119" y="1473837"/>
                      <a:pt x="0" y="1249998"/>
                    </a:cubicBezTo>
                    <a:cubicBezTo>
                      <a:pt x="-12119" y="1026159"/>
                      <a:pt x="39685" y="348497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640756F6-AB66-F629-2885-9834C6F98F68}"/>
                  </a:ext>
                </a:extLst>
              </p:cNvPr>
              <p:cNvSpPr/>
              <p:nvPr/>
            </p:nvSpPr>
            <p:spPr>
              <a:xfrm>
                <a:off x="1706880" y="1143000"/>
                <a:ext cx="8778240" cy="4572000"/>
              </a:xfrm>
              <a:custGeom>
                <a:avLst/>
                <a:gdLst>
                  <a:gd name="connsiteX0" fmla="*/ 0 w 8778240"/>
                  <a:gd name="connsiteY0" fmla="*/ 0 h 4572000"/>
                  <a:gd name="connsiteX1" fmla="*/ 499684 w 8778240"/>
                  <a:gd name="connsiteY1" fmla="*/ 0 h 4572000"/>
                  <a:gd name="connsiteX2" fmla="*/ 1350498 w 8778240"/>
                  <a:gd name="connsiteY2" fmla="*/ 0 h 4572000"/>
                  <a:gd name="connsiteX3" fmla="*/ 2201312 w 8778240"/>
                  <a:gd name="connsiteY3" fmla="*/ 0 h 4572000"/>
                  <a:gd name="connsiteX4" fmla="*/ 2876562 w 8778240"/>
                  <a:gd name="connsiteY4" fmla="*/ 0 h 4572000"/>
                  <a:gd name="connsiteX5" fmla="*/ 3727376 w 8778240"/>
                  <a:gd name="connsiteY5" fmla="*/ 0 h 4572000"/>
                  <a:gd name="connsiteX6" fmla="*/ 4227060 w 8778240"/>
                  <a:gd name="connsiteY6" fmla="*/ 0 h 4572000"/>
                  <a:gd name="connsiteX7" fmla="*/ 4902309 w 8778240"/>
                  <a:gd name="connsiteY7" fmla="*/ 0 h 4572000"/>
                  <a:gd name="connsiteX8" fmla="*/ 5401994 w 8778240"/>
                  <a:gd name="connsiteY8" fmla="*/ 0 h 4572000"/>
                  <a:gd name="connsiteX9" fmla="*/ 5901678 w 8778240"/>
                  <a:gd name="connsiteY9" fmla="*/ 0 h 4572000"/>
                  <a:gd name="connsiteX10" fmla="*/ 6752492 w 8778240"/>
                  <a:gd name="connsiteY10" fmla="*/ 0 h 4572000"/>
                  <a:gd name="connsiteX11" fmla="*/ 7427742 w 8778240"/>
                  <a:gd name="connsiteY11" fmla="*/ 0 h 4572000"/>
                  <a:gd name="connsiteX12" fmla="*/ 8015208 w 8778240"/>
                  <a:gd name="connsiteY12" fmla="*/ 0 h 4572000"/>
                  <a:gd name="connsiteX13" fmla="*/ 8778240 w 8778240"/>
                  <a:gd name="connsiteY13" fmla="*/ 0 h 4572000"/>
                  <a:gd name="connsiteX14" fmla="*/ 8778240 w 8778240"/>
                  <a:gd name="connsiteY14" fmla="*/ 653143 h 4572000"/>
                  <a:gd name="connsiteX15" fmla="*/ 8778240 w 8778240"/>
                  <a:gd name="connsiteY15" fmla="*/ 1306286 h 4572000"/>
                  <a:gd name="connsiteX16" fmla="*/ 8778240 w 8778240"/>
                  <a:gd name="connsiteY16" fmla="*/ 1959429 h 4572000"/>
                  <a:gd name="connsiteX17" fmla="*/ 8778240 w 8778240"/>
                  <a:gd name="connsiteY17" fmla="*/ 2475411 h 4572000"/>
                  <a:gd name="connsiteX18" fmla="*/ 8778240 w 8778240"/>
                  <a:gd name="connsiteY18" fmla="*/ 3082834 h 4572000"/>
                  <a:gd name="connsiteX19" fmla="*/ 8778240 w 8778240"/>
                  <a:gd name="connsiteY19" fmla="*/ 3598817 h 4572000"/>
                  <a:gd name="connsiteX20" fmla="*/ 8778240 w 8778240"/>
                  <a:gd name="connsiteY20" fmla="*/ 4572000 h 4572000"/>
                  <a:gd name="connsiteX21" fmla="*/ 8190773 w 8778240"/>
                  <a:gd name="connsiteY21" fmla="*/ 4572000 h 4572000"/>
                  <a:gd name="connsiteX22" fmla="*/ 7515524 w 8778240"/>
                  <a:gd name="connsiteY22" fmla="*/ 4572000 h 4572000"/>
                  <a:gd name="connsiteX23" fmla="*/ 6664710 w 8778240"/>
                  <a:gd name="connsiteY23" fmla="*/ 4572000 h 4572000"/>
                  <a:gd name="connsiteX24" fmla="*/ 5813896 w 8778240"/>
                  <a:gd name="connsiteY24" fmla="*/ 4572000 h 4572000"/>
                  <a:gd name="connsiteX25" fmla="*/ 5226429 w 8778240"/>
                  <a:gd name="connsiteY25" fmla="*/ 4572000 h 4572000"/>
                  <a:gd name="connsiteX26" fmla="*/ 4551180 w 8778240"/>
                  <a:gd name="connsiteY26" fmla="*/ 4572000 h 4572000"/>
                  <a:gd name="connsiteX27" fmla="*/ 4139278 w 8778240"/>
                  <a:gd name="connsiteY27" fmla="*/ 4572000 h 4572000"/>
                  <a:gd name="connsiteX28" fmla="*/ 3639593 w 8778240"/>
                  <a:gd name="connsiteY28" fmla="*/ 4572000 h 4572000"/>
                  <a:gd name="connsiteX29" fmla="*/ 3052127 w 8778240"/>
                  <a:gd name="connsiteY29" fmla="*/ 4572000 h 4572000"/>
                  <a:gd name="connsiteX30" fmla="*/ 2552442 w 8778240"/>
                  <a:gd name="connsiteY30" fmla="*/ 4572000 h 4572000"/>
                  <a:gd name="connsiteX31" fmla="*/ 1789410 w 8778240"/>
                  <a:gd name="connsiteY31" fmla="*/ 4572000 h 4572000"/>
                  <a:gd name="connsiteX32" fmla="*/ 1289726 w 8778240"/>
                  <a:gd name="connsiteY32" fmla="*/ 4572000 h 4572000"/>
                  <a:gd name="connsiteX33" fmla="*/ 702259 w 8778240"/>
                  <a:gd name="connsiteY33" fmla="*/ 4572000 h 4572000"/>
                  <a:gd name="connsiteX34" fmla="*/ 0 w 8778240"/>
                  <a:gd name="connsiteY34" fmla="*/ 4572000 h 4572000"/>
                  <a:gd name="connsiteX35" fmla="*/ 0 w 8778240"/>
                  <a:gd name="connsiteY35" fmla="*/ 3827417 h 4572000"/>
                  <a:gd name="connsiteX36" fmla="*/ 0 w 8778240"/>
                  <a:gd name="connsiteY36" fmla="*/ 3082834 h 4572000"/>
                  <a:gd name="connsiteX37" fmla="*/ 0 w 8778240"/>
                  <a:gd name="connsiteY37" fmla="*/ 2521131 h 4572000"/>
                  <a:gd name="connsiteX38" fmla="*/ 0 w 8778240"/>
                  <a:gd name="connsiteY38" fmla="*/ 1776549 h 4572000"/>
                  <a:gd name="connsiteX39" fmla="*/ 0 w 8778240"/>
                  <a:gd name="connsiteY39" fmla="*/ 1031966 h 4572000"/>
                  <a:gd name="connsiteX40" fmla="*/ 0 w 8778240"/>
                  <a:gd name="connsiteY40" fmla="*/ 0 h 457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8778240" h="4572000" fill="none" extrusionOk="0">
                    <a:moveTo>
                      <a:pt x="0" y="0"/>
                    </a:moveTo>
                    <a:cubicBezTo>
                      <a:pt x="178714" y="23096"/>
                      <a:pt x="398677" y="12179"/>
                      <a:pt x="499684" y="0"/>
                    </a:cubicBezTo>
                    <a:cubicBezTo>
                      <a:pt x="600691" y="-12179"/>
                      <a:pt x="1062296" y="-23924"/>
                      <a:pt x="1350498" y="0"/>
                    </a:cubicBezTo>
                    <a:cubicBezTo>
                      <a:pt x="1638700" y="23924"/>
                      <a:pt x="1973827" y="-27388"/>
                      <a:pt x="2201312" y="0"/>
                    </a:cubicBezTo>
                    <a:cubicBezTo>
                      <a:pt x="2428797" y="27388"/>
                      <a:pt x="2684237" y="-6438"/>
                      <a:pt x="2876562" y="0"/>
                    </a:cubicBezTo>
                    <a:cubicBezTo>
                      <a:pt x="3068887" y="6438"/>
                      <a:pt x="3490218" y="25425"/>
                      <a:pt x="3727376" y="0"/>
                    </a:cubicBezTo>
                    <a:cubicBezTo>
                      <a:pt x="3964534" y="-25425"/>
                      <a:pt x="4022017" y="-11862"/>
                      <a:pt x="4227060" y="0"/>
                    </a:cubicBezTo>
                    <a:cubicBezTo>
                      <a:pt x="4432103" y="11862"/>
                      <a:pt x="4652438" y="3486"/>
                      <a:pt x="4902309" y="0"/>
                    </a:cubicBezTo>
                    <a:cubicBezTo>
                      <a:pt x="5152180" y="-3486"/>
                      <a:pt x="5287654" y="8398"/>
                      <a:pt x="5401994" y="0"/>
                    </a:cubicBezTo>
                    <a:cubicBezTo>
                      <a:pt x="5516335" y="-8398"/>
                      <a:pt x="5694037" y="22837"/>
                      <a:pt x="5901678" y="0"/>
                    </a:cubicBezTo>
                    <a:cubicBezTo>
                      <a:pt x="6109319" y="-22837"/>
                      <a:pt x="6496252" y="-4476"/>
                      <a:pt x="6752492" y="0"/>
                    </a:cubicBezTo>
                    <a:cubicBezTo>
                      <a:pt x="7008732" y="4476"/>
                      <a:pt x="7255826" y="-3565"/>
                      <a:pt x="7427742" y="0"/>
                    </a:cubicBezTo>
                    <a:cubicBezTo>
                      <a:pt x="7599658" y="3565"/>
                      <a:pt x="7734184" y="-5205"/>
                      <a:pt x="8015208" y="0"/>
                    </a:cubicBezTo>
                    <a:cubicBezTo>
                      <a:pt x="8296232" y="5205"/>
                      <a:pt x="8561787" y="8838"/>
                      <a:pt x="8778240" y="0"/>
                    </a:cubicBezTo>
                    <a:cubicBezTo>
                      <a:pt x="8792953" y="240518"/>
                      <a:pt x="8776640" y="386628"/>
                      <a:pt x="8778240" y="653143"/>
                    </a:cubicBezTo>
                    <a:cubicBezTo>
                      <a:pt x="8779840" y="919658"/>
                      <a:pt x="8761381" y="1077654"/>
                      <a:pt x="8778240" y="1306286"/>
                    </a:cubicBezTo>
                    <a:cubicBezTo>
                      <a:pt x="8795099" y="1534918"/>
                      <a:pt x="8754955" y="1808015"/>
                      <a:pt x="8778240" y="1959429"/>
                    </a:cubicBezTo>
                    <a:cubicBezTo>
                      <a:pt x="8801525" y="2110843"/>
                      <a:pt x="8791186" y="2328962"/>
                      <a:pt x="8778240" y="2475411"/>
                    </a:cubicBezTo>
                    <a:cubicBezTo>
                      <a:pt x="8765294" y="2621860"/>
                      <a:pt x="8786724" y="2944865"/>
                      <a:pt x="8778240" y="3082834"/>
                    </a:cubicBezTo>
                    <a:cubicBezTo>
                      <a:pt x="8769756" y="3220803"/>
                      <a:pt x="8765318" y="3374710"/>
                      <a:pt x="8778240" y="3598817"/>
                    </a:cubicBezTo>
                    <a:cubicBezTo>
                      <a:pt x="8791162" y="3822924"/>
                      <a:pt x="8757818" y="4135222"/>
                      <a:pt x="8778240" y="4572000"/>
                    </a:cubicBezTo>
                    <a:cubicBezTo>
                      <a:pt x="8507520" y="4590363"/>
                      <a:pt x="8360798" y="4555059"/>
                      <a:pt x="8190773" y="4572000"/>
                    </a:cubicBezTo>
                    <a:cubicBezTo>
                      <a:pt x="8020748" y="4588941"/>
                      <a:pt x="7739346" y="4551070"/>
                      <a:pt x="7515524" y="4572000"/>
                    </a:cubicBezTo>
                    <a:cubicBezTo>
                      <a:pt x="7291702" y="4592930"/>
                      <a:pt x="7041660" y="4563571"/>
                      <a:pt x="6664710" y="4572000"/>
                    </a:cubicBezTo>
                    <a:cubicBezTo>
                      <a:pt x="6287760" y="4580429"/>
                      <a:pt x="6086248" y="4531617"/>
                      <a:pt x="5813896" y="4572000"/>
                    </a:cubicBezTo>
                    <a:cubicBezTo>
                      <a:pt x="5541544" y="4612383"/>
                      <a:pt x="5381681" y="4568963"/>
                      <a:pt x="5226429" y="4572000"/>
                    </a:cubicBezTo>
                    <a:cubicBezTo>
                      <a:pt x="5071177" y="4575037"/>
                      <a:pt x="4714311" y="4576362"/>
                      <a:pt x="4551180" y="4572000"/>
                    </a:cubicBezTo>
                    <a:cubicBezTo>
                      <a:pt x="4388049" y="4567638"/>
                      <a:pt x="4267414" y="4560716"/>
                      <a:pt x="4139278" y="4572000"/>
                    </a:cubicBezTo>
                    <a:cubicBezTo>
                      <a:pt x="4011142" y="4583284"/>
                      <a:pt x="3775391" y="4574838"/>
                      <a:pt x="3639593" y="4572000"/>
                    </a:cubicBezTo>
                    <a:cubicBezTo>
                      <a:pt x="3503796" y="4569162"/>
                      <a:pt x="3343542" y="4586881"/>
                      <a:pt x="3052127" y="4572000"/>
                    </a:cubicBezTo>
                    <a:cubicBezTo>
                      <a:pt x="2760712" y="4557119"/>
                      <a:pt x="2677690" y="4559553"/>
                      <a:pt x="2552442" y="4572000"/>
                    </a:cubicBezTo>
                    <a:cubicBezTo>
                      <a:pt x="2427194" y="4584447"/>
                      <a:pt x="2040949" y="4595062"/>
                      <a:pt x="1789410" y="4572000"/>
                    </a:cubicBezTo>
                    <a:cubicBezTo>
                      <a:pt x="1537871" y="4548938"/>
                      <a:pt x="1511563" y="4552262"/>
                      <a:pt x="1289726" y="4572000"/>
                    </a:cubicBezTo>
                    <a:cubicBezTo>
                      <a:pt x="1067889" y="4591738"/>
                      <a:pt x="844757" y="4590661"/>
                      <a:pt x="702259" y="4572000"/>
                    </a:cubicBezTo>
                    <a:cubicBezTo>
                      <a:pt x="559761" y="4553339"/>
                      <a:pt x="153792" y="4558511"/>
                      <a:pt x="0" y="4572000"/>
                    </a:cubicBezTo>
                    <a:cubicBezTo>
                      <a:pt x="-11122" y="4327362"/>
                      <a:pt x="7816" y="4105357"/>
                      <a:pt x="0" y="3827417"/>
                    </a:cubicBezTo>
                    <a:cubicBezTo>
                      <a:pt x="-7816" y="3549477"/>
                      <a:pt x="2824" y="3376562"/>
                      <a:pt x="0" y="3082834"/>
                    </a:cubicBezTo>
                    <a:cubicBezTo>
                      <a:pt x="-2824" y="2789106"/>
                      <a:pt x="19194" y="2674625"/>
                      <a:pt x="0" y="2521131"/>
                    </a:cubicBezTo>
                    <a:cubicBezTo>
                      <a:pt x="-19194" y="2367637"/>
                      <a:pt x="-13471" y="1993190"/>
                      <a:pt x="0" y="1776549"/>
                    </a:cubicBezTo>
                    <a:cubicBezTo>
                      <a:pt x="13471" y="1559908"/>
                      <a:pt x="14210" y="1352073"/>
                      <a:pt x="0" y="1031966"/>
                    </a:cubicBezTo>
                    <a:cubicBezTo>
                      <a:pt x="-14210" y="711859"/>
                      <a:pt x="-11558" y="442010"/>
                      <a:pt x="0" y="0"/>
                    </a:cubicBezTo>
                    <a:close/>
                  </a:path>
                  <a:path w="8778240" h="4572000" stroke="0" extrusionOk="0">
                    <a:moveTo>
                      <a:pt x="0" y="0"/>
                    </a:moveTo>
                    <a:cubicBezTo>
                      <a:pt x="223353" y="18986"/>
                      <a:pt x="464100" y="-14052"/>
                      <a:pt x="587467" y="0"/>
                    </a:cubicBezTo>
                    <a:cubicBezTo>
                      <a:pt x="710834" y="14052"/>
                      <a:pt x="1113701" y="521"/>
                      <a:pt x="1262716" y="0"/>
                    </a:cubicBezTo>
                    <a:cubicBezTo>
                      <a:pt x="1411731" y="-521"/>
                      <a:pt x="1703402" y="16362"/>
                      <a:pt x="1850183" y="0"/>
                    </a:cubicBezTo>
                    <a:cubicBezTo>
                      <a:pt x="1996964" y="-16362"/>
                      <a:pt x="2374624" y="17842"/>
                      <a:pt x="2613215" y="0"/>
                    </a:cubicBezTo>
                    <a:cubicBezTo>
                      <a:pt x="2851806" y="-17842"/>
                      <a:pt x="3181703" y="15842"/>
                      <a:pt x="3376246" y="0"/>
                    </a:cubicBezTo>
                    <a:cubicBezTo>
                      <a:pt x="3570789" y="-15842"/>
                      <a:pt x="3701795" y="9213"/>
                      <a:pt x="3788148" y="0"/>
                    </a:cubicBezTo>
                    <a:cubicBezTo>
                      <a:pt x="3874501" y="-9213"/>
                      <a:pt x="4066984" y="22846"/>
                      <a:pt x="4287833" y="0"/>
                    </a:cubicBezTo>
                    <a:cubicBezTo>
                      <a:pt x="4508683" y="-22846"/>
                      <a:pt x="4556309" y="-16352"/>
                      <a:pt x="4699735" y="0"/>
                    </a:cubicBezTo>
                    <a:cubicBezTo>
                      <a:pt x="4843161" y="16352"/>
                      <a:pt x="5360995" y="-31311"/>
                      <a:pt x="5550549" y="0"/>
                    </a:cubicBezTo>
                    <a:cubicBezTo>
                      <a:pt x="5740103" y="31311"/>
                      <a:pt x="5761994" y="-19282"/>
                      <a:pt x="5962451" y="0"/>
                    </a:cubicBezTo>
                    <a:cubicBezTo>
                      <a:pt x="6162908" y="19282"/>
                      <a:pt x="6299104" y="-11943"/>
                      <a:pt x="6462135" y="0"/>
                    </a:cubicBezTo>
                    <a:cubicBezTo>
                      <a:pt x="6625166" y="11943"/>
                      <a:pt x="7137113" y="7290"/>
                      <a:pt x="7312949" y="0"/>
                    </a:cubicBezTo>
                    <a:cubicBezTo>
                      <a:pt x="7488785" y="-7290"/>
                      <a:pt x="7690260" y="310"/>
                      <a:pt x="7988198" y="0"/>
                    </a:cubicBezTo>
                    <a:cubicBezTo>
                      <a:pt x="8286136" y="-310"/>
                      <a:pt x="8475736" y="11465"/>
                      <a:pt x="8778240" y="0"/>
                    </a:cubicBezTo>
                    <a:cubicBezTo>
                      <a:pt x="8776993" y="286758"/>
                      <a:pt x="8801117" y="425178"/>
                      <a:pt x="8778240" y="607423"/>
                    </a:cubicBezTo>
                    <a:cubicBezTo>
                      <a:pt x="8755363" y="789668"/>
                      <a:pt x="8756702" y="1055504"/>
                      <a:pt x="8778240" y="1260566"/>
                    </a:cubicBezTo>
                    <a:cubicBezTo>
                      <a:pt x="8799778" y="1465628"/>
                      <a:pt x="8768272" y="1668671"/>
                      <a:pt x="8778240" y="1776549"/>
                    </a:cubicBezTo>
                    <a:cubicBezTo>
                      <a:pt x="8788208" y="1884427"/>
                      <a:pt x="8756298" y="2182745"/>
                      <a:pt x="8778240" y="2521131"/>
                    </a:cubicBezTo>
                    <a:cubicBezTo>
                      <a:pt x="8800182" y="2859517"/>
                      <a:pt x="8796741" y="3038031"/>
                      <a:pt x="8778240" y="3219994"/>
                    </a:cubicBezTo>
                    <a:cubicBezTo>
                      <a:pt x="8759739" y="3401957"/>
                      <a:pt x="8760153" y="3574983"/>
                      <a:pt x="8778240" y="3735977"/>
                    </a:cubicBezTo>
                    <a:cubicBezTo>
                      <a:pt x="8796327" y="3896971"/>
                      <a:pt x="8766948" y="4199909"/>
                      <a:pt x="8778240" y="4572000"/>
                    </a:cubicBezTo>
                    <a:cubicBezTo>
                      <a:pt x="8460359" y="4591961"/>
                      <a:pt x="8357360" y="4553883"/>
                      <a:pt x="8102991" y="4572000"/>
                    </a:cubicBezTo>
                    <a:cubicBezTo>
                      <a:pt x="7848622" y="4590117"/>
                      <a:pt x="7530650" y="4606850"/>
                      <a:pt x="7339959" y="4572000"/>
                    </a:cubicBezTo>
                    <a:cubicBezTo>
                      <a:pt x="7149268" y="4537150"/>
                      <a:pt x="7104442" y="4560949"/>
                      <a:pt x="6928057" y="4572000"/>
                    </a:cubicBezTo>
                    <a:cubicBezTo>
                      <a:pt x="6751672" y="4583051"/>
                      <a:pt x="6626271" y="4551863"/>
                      <a:pt x="6428373" y="4572000"/>
                    </a:cubicBezTo>
                    <a:cubicBezTo>
                      <a:pt x="6230475" y="4592137"/>
                      <a:pt x="5954931" y="4592553"/>
                      <a:pt x="5753123" y="4572000"/>
                    </a:cubicBezTo>
                    <a:cubicBezTo>
                      <a:pt x="5551315" y="4551448"/>
                      <a:pt x="5284865" y="4548686"/>
                      <a:pt x="5077874" y="4572000"/>
                    </a:cubicBezTo>
                    <a:cubicBezTo>
                      <a:pt x="4870883" y="4595314"/>
                      <a:pt x="4411879" y="4547063"/>
                      <a:pt x="4227060" y="4572000"/>
                    </a:cubicBezTo>
                    <a:cubicBezTo>
                      <a:pt x="4042241" y="4596937"/>
                      <a:pt x="3660318" y="4586560"/>
                      <a:pt x="3464029" y="4572000"/>
                    </a:cubicBezTo>
                    <a:cubicBezTo>
                      <a:pt x="3267740" y="4557440"/>
                      <a:pt x="2963149" y="4595771"/>
                      <a:pt x="2700997" y="4572000"/>
                    </a:cubicBezTo>
                    <a:cubicBezTo>
                      <a:pt x="2438845" y="4548229"/>
                      <a:pt x="2400092" y="4544826"/>
                      <a:pt x="2113530" y="4572000"/>
                    </a:cubicBezTo>
                    <a:cubicBezTo>
                      <a:pt x="1826968" y="4599174"/>
                      <a:pt x="1791984" y="4591473"/>
                      <a:pt x="1613846" y="4572000"/>
                    </a:cubicBezTo>
                    <a:cubicBezTo>
                      <a:pt x="1435708" y="4552527"/>
                      <a:pt x="1248221" y="4593111"/>
                      <a:pt x="938596" y="4572000"/>
                    </a:cubicBezTo>
                    <a:cubicBezTo>
                      <a:pt x="628971" y="4550890"/>
                      <a:pt x="344974" y="4568050"/>
                      <a:pt x="0" y="4572000"/>
                    </a:cubicBezTo>
                    <a:cubicBezTo>
                      <a:pt x="12928" y="4421210"/>
                      <a:pt x="6037" y="4024138"/>
                      <a:pt x="0" y="3873137"/>
                    </a:cubicBezTo>
                    <a:cubicBezTo>
                      <a:pt x="-6037" y="3722136"/>
                      <a:pt x="-8605" y="3326022"/>
                      <a:pt x="0" y="3128554"/>
                    </a:cubicBezTo>
                    <a:cubicBezTo>
                      <a:pt x="8605" y="2931086"/>
                      <a:pt x="22194" y="2738330"/>
                      <a:pt x="0" y="2383971"/>
                    </a:cubicBezTo>
                    <a:cubicBezTo>
                      <a:pt x="-22194" y="2029612"/>
                      <a:pt x="1491" y="1947295"/>
                      <a:pt x="0" y="1730829"/>
                    </a:cubicBezTo>
                    <a:cubicBezTo>
                      <a:pt x="-1491" y="1514363"/>
                      <a:pt x="-17379" y="1441633"/>
                      <a:pt x="0" y="1214846"/>
                    </a:cubicBezTo>
                    <a:cubicBezTo>
                      <a:pt x="17379" y="988059"/>
                      <a:pt x="-10922" y="244654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A4FA4287-C672-82E4-CF2E-7358A10E5B85}"/>
                </a:ext>
              </a:extLst>
            </p:cNvPr>
            <p:cNvGrpSpPr/>
            <p:nvPr/>
          </p:nvGrpSpPr>
          <p:grpSpPr>
            <a:xfrm>
              <a:off x="2795662" y="1467525"/>
              <a:ext cx="6600673" cy="3922949"/>
              <a:chOff x="2795662" y="1467525"/>
              <a:chExt cx="6600673" cy="3922949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D616FD6E-845C-5E0E-9E56-D20BB8051B75}"/>
                  </a:ext>
                </a:extLst>
              </p:cNvPr>
              <p:cNvSpPr/>
              <p:nvPr/>
            </p:nvSpPr>
            <p:spPr>
              <a:xfrm>
                <a:off x="2795665" y="1929190"/>
                <a:ext cx="1874991" cy="346128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cxnSp>
            <p:nvCxnSpPr>
              <p:cNvPr id="17" name="직선 화살표 연결선 16">
                <a:extLst>
                  <a:ext uri="{FF2B5EF4-FFF2-40B4-BE49-F238E27FC236}">
                    <a16:creationId xmlns:a16="http://schemas.microsoft.com/office/drawing/2014/main" id="{E6D9D186-7F7E-311F-4DF8-E4F4CAAA13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0655" y="2576287"/>
                <a:ext cx="2850688" cy="35273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567C3C0-8A4A-A98D-658C-52B184B0CBAA}"/>
                  </a:ext>
                </a:extLst>
              </p:cNvPr>
              <p:cNvSpPr txBox="1"/>
              <p:nvPr/>
            </p:nvSpPr>
            <p:spPr>
              <a:xfrm rot="434616">
                <a:off x="5426521" y="2377953"/>
                <a:ext cx="14598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SYN(x)</a:t>
                </a:r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3D36948-C223-861F-33EB-85CB897297E0}"/>
                  </a:ext>
                </a:extLst>
              </p:cNvPr>
              <p:cNvSpPr txBox="1"/>
              <p:nvPr/>
            </p:nvSpPr>
            <p:spPr>
              <a:xfrm rot="21168743">
                <a:off x="4943096" y="3308235"/>
                <a:ext cx="23367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SYN(y) + ACK(x+1)</a:t>
                </a:r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cxnSp>
            <p:nvCxnSpPr>
              <p:cNvPr id="27" name="직선 화살표 연결선 26">
                <a:extLst>
                  <a:ext uri="{FF2B5EF4-FFF2-40B4-BE49-F238E27FC236}">
                    <a16:creationId xmlns:a16="http://schemas.microsoft.com/office/drawing/2014/main" id="{39AB017D-B1C0-CA99-956F-1515EFDCDC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70654" y="3524242"/>
                <a:ext cx="2850689" cy="35273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화살표 연결선 27">
                <a:extLst>
                  <a:ext uri="{FF2B5EF4-FFF2-40B4-BE49-F238E27FC236}">
                    <a16:creationId xmlns:a16="http://schemas.microsoft.com/office/drawing/2014/main" id="{EE7F0D80-BE91-A423-CBE6-95F47E4E6E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0654" y="4472197"/>
                <a:ext cx="2850689" cy="35273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4FF91AE-9B87-6C1A-1173-57A96EF3C2F2}"/>
                  </a:ext>
                </a:extLst>
              </p:cNvPr>
              <p:cNvSpPr txBox="1"/>
              <p:nvPr/>
            </p:nvSpPr>
            <p:spPr>
              <a:xfrm rot="434616">
                <a:off x="5366082" y="4253190"/>
                <a:ext cx="14598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ACK(y+1)</a:t>
                </a:r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0122A237-3613-C350-8A36-68DC85020E9A}"/>
                  </a:ext>
                </a:extLst>
              </p:cNvPr>
              <p:cNvSpPr/>
              <p:nvPr/>
            </p:nvSpPr>
            <p:spPr>
              <a:xfrm>
                <a:off x="7521344" y="1929190"/>
                <a:ext cx="1874991" cy="346128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BACBAE4-FE76-7BC1-9DC0-1F54D158938C}"/>
                  </a:ext>
                </a:extLst>
              </p:cNvPr>
              <p:cNvSpPr txBox="1"/>
              <p:nvPr/>
            </p:nvSpPr>
            <p:spPr>
              <a:xfrm>
                <a:off x="7521343" y="1467525"/>
                <a:ext cx="18749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Server </a:t>
                </a:r>
                <a:r>
                  <a:rPr lang="en-US" altLang="ko-KR" sz="15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state</a:t>
                </a:r>
                <a:endParaRPr lang="ko-KR" altLang="en-US" sz="15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8CA647C-7F39-1A5D-3815-FD4F97A0B806}"/>
                  </a:ext>
                </a:extLst>
              </p:cNvPr>
              <p:cNvSpPr txBox="1"/>
              <p:nvPr/>
            </p:nvSpPr>
            <p:spPr>
              <a:xfrm>
                <a:off x="2795664" y="1472625"/>
                <a:ext cx="18749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Client </a:t>
                </a:r>
                <a:r>
                  <a:rPr lang="en-US" altLang="ko-KR" sz="15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state</a:t>
                </a:r>
                <a:endParaRPr lang="ko-KR" altLang="en-US" sz="15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A8F4BDB7-10B3-4FCF-BBD3-6870E09427C5}"/>
                  </a:ext>
                </a:extLst>
              </p:cNvPr>
              <p:cNvSpPr/>
              <p:nvPr/>
            </p:nvSpPr>
            <p:spPr>
              <a:xfrm>
                <a:off x="2795664" y="2552619"/>
                <a:ext cx="1874991" cy="1324357"/>
              </a:xfrm>
              <a:prstGeom prst="rect">
                <a:avLst/>
              </a:prstGeom>
              <a:solidFill>
                <a:schemeClr val="bg1">
                  <a:lumMod val="5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3168FB02-6230-869E-C1FB-C001B6FA83EF}"/>
                  </a:ext>
                </a:extLst>
              </p:cNvPr>
              <p:cNvSpPr/>
              <p:nvPr/>
            </p:nvSpPr>
            <p:spPr>
              <a:xfrm>
                <a:off x="7521343" y="1931740"/>
                <a:ext cx="1874991" cy="997281"/>
              </a:xfrm>
              <a:prstGeom prst="rect">
                <a:avLst/>
              </a:prstGeom>
              <a:solidFill>
                <a:schemeClr val="bg1">
                  <a:lumMod val="5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16CEE4B-DE73-EF03-E8D8-29B0EC4BF250}"/>
                  </a:ext>
                </a:extLst>
              </p:cNvPr>
              <p:cNvSpPr txBox="1"/>
              <p:nvPr/>
            </p:nvSpPr>
            <p:spPr>
              <a:xfrm>
                <a:off x="7521343" y="2935910"/>
                <a:ext cx="1874991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5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SYN_RECV</a:t>
                </a:r>
                <a:endParaRPr lang="ko-KR" altLang="en-US" sz="15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240E97CE-B384-9D4E-D428-EEF33157F129}"/>
                  </a:ext>
                </a:extLst>
              </p:cNvPr>
              <p:cNvSpPr/>
              <p:nvPr/>
            </p:nvSpPr>
            <p:spPr>
              <a:xfrm>
                <a:off x="7521341" y="4824931"/>
                <a:ext cx="1874991" cy="565183"/>
              </a:xfrm>
              <a:prstGeom prst="rect">
                <a:avLst/>
              </a:prstGeom>
              <a:solidFill>
                <a:schemeClr val="bg1">
                  <a:lumMod val="5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C1BCA97-C362-E93F-DEA2-30E867407019}"/>
                  </a:ext>
                </a:extLst>
              </p:cNvPr>
              <p:cNvSpPr txBox="1"/>
              <p:nvPr/>
            </p:nvSpPr>
            <p:spPr>
              <a:xfrm>
                <a:off x="2795662" y="3883650"/>
                <a:ext cx="1874991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5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ESTABLISHED</a:t>
                </a:r>
                <a:endParaRPr lang="ko-KR" altLang="en-US" sz="15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A4615BD-47EB-DEA7-88DF-27F9ECF996A8}"/>
                  </a:ext>
                </a:extLst>
              </p:cNvPr>
              <p:cNvSpPr txBox="1"/>
              <p:nvPr/>
            </p:nvSpPr>
            <p:spPr>
              <a:xfrm>
                <a:off x="2795663" y="2565671"/>
                <a:ext cx="1874991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5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SYN_SENT</a:t>
                </a:r>
                <a:endParaRPr lang="ko-KR" altLang="en-US" sz="15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BDA7200-AECD-5456-2D3D-1CC50E8A1141}"/>
                  </a:ext>
                </a:extLst>
              </p:cNvPr>
              <p:cNvSpPr txBox="1"/>
              <p:nvPr/>
            </p:nvSpPr>
            <p:spPr>
              <a:xfrm>
                <a:off x="7521340" y="1952858"/>
                <a:ext cx="1874991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5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LISTEN</a:t>
                </a:r>
                <a:endParaRPr lang="ko-KR" altLang="en-US" sz="15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E3D7518-0FD0-FCB1-CF36-EC43F951534B}"/>
                  </a:ext>
                </a:extLst>
              </p:cNvPr>
              <p:cNvSpPr txBox="1"/>
              <p:nvPr/>
            </p:nvSpPr>
            <p:spPr>
              <a:xfrm>
                <a:off x="7521338" y="4824571"/>
                <a:ext cx="1874991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5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ESTABLISHED</a:t>
                </a:r>
                <a:endParaRPr lang="ko-KR" altLang="en-US" sz="15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04686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2048A624-673E-F460-780C-D44C45EAAD48}"/>
              </a:ext>
            </a:extLst>
          </p:cNvPr>
          <p:cNvGrpSpPr/>
          <p:nvPr/>
        </p:nvGrpSpPr>
        <p:grpSpPr>
          <a:xfrm>
            <a:off x="1636294" y="1076852"/>
            <a:ext cx="8919411" cy="4704293"/>
            <a:chOff x="1636294" y="1076852"/>
            <a:chExt cx="8919411" cy="4704293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4EC344D-0B5C-0096-D107-90C24535CE48}"/>
                </a:ext>
              </a:extLst>
            </p:cNvPr>
            <p:cNvSpPr/>
            <p:nvPr/>
          </p:nvSpPr>
          <p:spPr>
            <a:xfrm>
              <a:off x="1636294" y="1076852"/>
              <a:ext cx="8919411" cy="4704293"/>
            </a:xfrm>
            <a:custGeom>
              <a:avLst/>
              <a:gdLst>
                <a:gd name="connsiteX0" fmla="*/ 0 w 8919411"/>
                <a:gd name="connsiteY0" fmla="*/ 0 h 4704293"/>
                <a:gd name="connsiteX1" fmla="*/ 507720 w 8919411"/>
                <a:gd name="connsiteY1" fmla="*/ 0 h 4704293"/>
                <a:gd name="connsiteX2" fmla="*/ 1372217 w 8919411"/>
                <a:gd name="connsiteY2" fmla="*/ 0 h 4704293"/>
                <a:gd name="connsiteX3" fmla="*/ 2236714 w 8919411"/>
                <a:gd name="connsiteY3" fmla="*/ 0 h 4704293"/>
                <a:gd name="connsiteX4" fmla="*/ 2922822 w 8919411"/>
                <a:gd name="connsiteY4" fmla="*/ 0 h 4704293"/>
                <a:gd name="connsiteX5" fmla="*/ 3787319 w 8919411"/>
                <a:gd name="connsiteY5" fmla="*/ 0 h 4704293"/>
                <a:gd name="connsiteX6" fmla="*/ 4295039 w 8919411"/>
                <a:gd name="connsiteY6" fmla="*/ 0 h 4704293"/>
                <a:gd name="connsiteX7" fmla="*/ 4981148 w 8919411"/>
                <a:gd name="connsiteY7" fmla="*/ 0 h 4704293"/>
                <a:gd name="connsiteX8" fmla="*/ 5488868 w 8919411"/>
                <a:gd name="connsiteY8" fmla="*/ 0 h 4704293"/>
                <a:gd name="connsiteX9" fmla="*/ 5996589 w 8919411"/>
                <a:gd name="connsiteY9" fmla="*/ 0 h 4704293"/>
                <a:gd name="connsiteX10" fmla="*/ 6861085 w 8919411"/>
                <a:gd name="connsiteY10" fmla="*/ 0 h 4704293"/>
                <a:gd name="connsiteX11" fmla="*/ 7547194 w 8919411"/>
                <a:gd name="connsiteY11" fmla="*/ 0 h 4704293"/>
                <a:gd name="connsiteX12" fmla="*/ 8144108 w 8919411"/>
                <a:gd name="connsiteY12" fmla="*/ 0 h 4704293"/>
                <a:gd name="connsiteX13" fmla="*/ 8919411 w 8919411"/>
                <a:gd name="connsiteY13" fmla="*/ 0 h 4704293"/>
                <a:gd name="connsiteX14" fmla="*/ 8919411 w 8919411"/>
                <a:gd name="connsiteY14" fmla="*/ 672042 h 4704293"/>
                <a:gd name="connsiteX15" fmla="*/ 8919411 w 8919411"/>
                <a:gd name="connsiteY15" fmla="*/ 1344084 h 4704293"/>
                <a:gd name="connsiteX16" fmla="*/ 8919411 w 8919411"/>
                <a:gd name="connsiteY16" fmla="*/ 2016126 h 4704293"/>
                <a:gd name="connsiteX17" fmla="*/ 8919411 w 8919411"/>
                <a:gd name="connsiteY17" fmla="*/ 2547039 h 4704293"/>
                <a:gd name="connsiteX18" fmla="*/ 8919411 w 8919411"/>
                <a:gd name="connsiteY18" fmla="*/ 3172038 h 4704293"/>
                <a:gd name="connsiteX19" fmla="*/ 8919411 w 8919411"/>
                <a:gd name="connsiteY19" fmla="*/ 3702951 h 4704293"/>
                <a:gd name="connsiteX20" fmla="*/ 8919411 w 8919411"/>
                <a:gd name="connsiteY20" fmla="*/ 4704293 h 4704293"/>
                <a:gd name="connsiteX21" fmla="*/ 8322497 w 8919411"/>
                <a:gd name="connsiteY21" fmla="*/ 4704293 h 4704293"/>
                <a:gd name="connsiteX22" fmla="*/ 7636388 w 8919411"/>
                <a:gd name="connsiteY22" fmla="*/ 4704293 h 4704293"/>
                <a:gd name="connsiteX23" fmla="*/ 6771891 w 8919411"/>
                <a:gd name="connsiteY23" fmla="*/ 4704293 h 4704293"/>
                <a:gd name="connsiteX24" fmla="*/ 5907395 w 8919411"/>
                <a:gd name="connsiteY24" fmla="*/ 4704293 h 4704293"/>
                <a:gd name="connsiteX25" fmla="*/ 5310480 w 8919411"/>
                <a:gd name="connsiteY25" fmla="*/ 4704293 h 4704293"/>
                <a:gd name="connsiteX26" fmla="*/ 4624372 w 8919411"/>
                <a:gd name="connsiteY26" fmla="*/ 4704293 h 4704293"/>
                <a:gd name="connsiteX27" fmla="*/ 4205845 w 8919411"/>
                <a:gd name="connsiteY27" fmla="*/ 4704293 h 4704293"/>
                <a:gd name="connsiteX28" fmla="*/ 3698125 w 8919411"/>
                <a:gd name="connsiteY28" fmla="*/ 4704293 h 4704293"/>
                <a:gd name="connsiteX29" fmla="*/ 3101211 w 8919411"/>
                <a:gd name="connsiteY29" fmla="*/ 4704293 h 4704293"/>
                <a:gd name="connsiteX30" fmla="*/ 2593490 w 8919411"/>
                <a:gd name="connsiteY30" fmla="*/ 4704293 h 4704293"/>
                <a:gd name="connsiteX31" fmla="*/ 1818188 w 8919411"/>
                <a:gd name="connsiteY31" fmla="*/ 4704293 h 4704293"/>
                <a:gd name="connsiteX32" fmla="*/ 1310467 w 8919411"/>
                <a:gd name="connsiteY32" fmla="*/ 4704293 h 4704293"/>
                <a:gd name="connsiteX33" fmla="*/ 713553 w 8919411"/>
                <a:gd name="connsiteY33" fmla="*/ 4704293 h 4704293"/>
                <a:gd name="connsiteX34" fmla="*/ 0 w 8919411"/>
                <a:gd name="connsiteY34" fmla="*/ 4704293 h 4704293"/>
                <a:gd name="connsiteX35" fmla="*/ 0 w 8919411"/>
                <a:gd name="connsiteY35" fmla="*/ 3938165 h 4704293"/>
                <a:gd name="connsiteX36" fmla="*/ 0 w 8919411"/>
                <a:gd name="connsiteY36" fmla="*/ 3172038 h 4704293"/>
                <a:gd name="connsiteX37" fmla="*/ 0 w 8919411"/>
                <a:gd name="connsiteY37" fmla="*/ 2594082 h 4704293"/>
                <a:gd name="connsiteX38" fmla="*/ 0 w 8919411"/>
                <a:gd name="connsiteY38" fmla="*/ 1827954 h 4704293"/>
                <a:gd name="connsiteX39" fmla="*/ 0 w 8919411"/>
                <a:gd name="connsiteY39" fmla="*/ 1061826 h 4704293"/>
                <a:gd name="connsiteX40" fmla="*/ 0 w 8919411"/>
                <a:gd name="connsiteY40" fmla="*/ 0 h 470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8919411" h="4704293" fill="none" extrusionOk="0">
                  <a:moveTo>
                    <a:pt x="0" y="0"/>
                  </a:moveTo>
                  <a:cubicBezTo>
                    <a:pt x="155852" y="12910"/>
                    <a:pt x="353093" y="15622"/>
                    <a:pt x="507720" y="0"/>
                  </a:cubicBezTo>
                  <a:cubicBezTo>
                    <a:pt x="662347" y="-15622"/>
                    <a:pt x="1104388" y="-1090"/>
                    <a:pt x="1372217" y="0"/>
                  </a:cubicBezTo>
                  <a:cubicBezTo>
                    <a:pt x="1640046" y="1090"/>
                    <a:pt x="1836651" y="24641"/>
                    <a:pt x="2236714" y="0"/>
                  </a:cubicBezTo>
                  <a:cubicBezTo>
                    <a:pt x="2636777" y="-24641"/>
                    <a:pt x="2683889" y="-9815"/>
                    <a:pt x="2922822" y="0"/>
                  </a:cubicBezTo>
                  <a:cubicBezTo>
                    <a:pt x="3161755" y="9815"/>
                    <a:pt x="3478906" y="18756"/>
                    <a:pt x="3787319" y="0"/>
                  </a:cubicBezTo>
                  <a:cubicBezTo>
                    <a:pt x="4095732" y="-18756"/>
                    <a:pt x="4059573" y="-4477"/>
                    <a:pt x="4295039" y="0"/>
                  </a:cubicBezTo>
                  <a:cubicBezTo>
                    <a:pt x="4530505" y="4477"/>
                    <a:pt x="4817588" y="13218"/>
                    <a:pt x="4981148" y="0"/>
                  </a:cubicBezTo>
                  <a:cubicBezTo>
                    <a:pt x="5144708" y="-13218"/>
                    <a:pt x="5268258" y="-8868"/>
                    <a:pt x="5488868" y="0"/>
                  </a:cubicBezTo>
                  <a:cubicBezTo>
                    <a:pt x="5709478" y="8868"/>
                    <a:pt x="5871002" y="12309"/>
                    <a:pt x="5996589" y="0"/>
                  </a:cubicBezTo>
                  <a:cubicBezTo>
                    <a:pt x="6122176" y="-12309"/>
                    <a:pt x="6644343" y="-27135"/>
                    <a:pt x="6861085" y="0"/>
                  </a:cubicBezTo>
                  <a:cubicBezTo>
                    <a:pt x="7077827" y="27135"/>
                    <a:pt x="7284724" y="31368"/>
                    <a:pt x="7547194" y="0"/>
                  </a:cubicBezTo>
                  <a:cubicBezTo>
                    <a:pt x="7809664" y="-31368"/>
                    <a:pt x="7969953" y="6483"/>
                    <a:pt x="8144108" y="0"/>
                  </a:cubicBezTo>
                  <a:cubicBezTo>
                    <a:pt x="8318263" y="-6483"/>
                    <a:pt x="8597796" y="-3839"/>
                    <a:pt x="8919411" y="0"/>
                  </a:cubicBezTo>
                  <a:cubicBezTo>
                    <a:pt x="8947814" y="313012"/>
                    <a:pt x="8923797" y="417376"/>
                    <a:pt x="8919411" y="672042"/>
                  </a:cubicBezTo>
                  <a:cubicBezTo>
                    <a:pt x="8915025" y="926708"/>
                    <a:pt x="8941503" y="1200634"/>
                    <a:pt x="8919411" y="1344084"/>
                  </a:cubicBezTo>
                  <a:cubicBezTo>
                    <a:pt x="8897319" y="1487534"/>
                    <a:pt x="8896018" y="1707868"/>
                    <a:pt x="8919411" y="2016126"/>
                  </a:cubicBezTo>
                  <a:cubicBezTo>
                    <a:pt x="8942804" y="2324384"/>
                    <a:pt x="8907776" y="2324871"/>
                    <a:pt x="8919411" y="2547039"/>
                  </a:cubicBezTo>
                  <a:cubicBezTo>
                    <a:pt x="8931046" y="2769207"/>
                    <a:pt x="8929947" y="3024608"/>
                    <a:pt x="8919411" y="3172038"/>
                  </a:cubicBezTo>
                  <a:cubicBezTo>
                    <a:pt x="8908875" y="3319468"/>
                    <a:pt x="8943244" y="3452684"/>
                    <a:pt x="8919411" y="3702951"/>
                  </a:cubicBezTo>
                  <a:cubicBezTo>
                    <a:pt x="8895578" y="3953218"/>
                    <a:pt x="8921649" y="4442202"/>
                    <a:pt x="8919411" y="4704293"/>
                  </a:cubicBezTo>
                  <a:cubicBezTo>
                    <a:pt x="8763925" y="4723704"/>
                    <a:pt x="8483515" y="4694547"/>
                    <a:pt x="8322497" y="4704293"/>
                  </a:cubicBezTo>
                  <a:cubicBezTo>
                    <a:pt x="8161479" y="4714039"/>
                    <a:pt x="7780689" y="4679333"/>
                    <a:pt x="7636388" y="4704293"/>
                  </a:cubicBezTo>
                  <a:cubicBezTo>
                    <a:pt x="7492087" y="4729253"/>
                    <a:pt x="7201343" y="4718841"/>
                    <a:pt x="6771891" y="4704293"/>
                  </a:cubicBezTo>
                  <a:cubicBezTo>
                    <a:pt x="6342439" y="4689745"/>
                    <a:pt x="6142047" y="4664990"/>
                    <a:pt x="5907395" y="4704293"/>
                  </a:cubicBezTo>
                  <a:cubicBezTo>
                    <a:pt x="5672743" y="4743596"/>
                    <a:pt x="5459816" y="4707115"/>
                    <a:pt x="5310480" y="4704293"/>
                  </a:cubicBezTo>
                  <a:cubicBezTo>
                    <a:pt x="5161145" y="4701471"/>
                    <a:pt x="4939795" y="4692648"/>
                    <a:pt x="4624372" y="4704293"/>
                  </a:cubicBezTo>
                  <a:cubicBezTo>
                    <a:pt x="4308949" y="4715938"/>
                    <a:pt x="4410116" y="4699146"/>
                    <a:pt x="4205845" y="4704293"/>
                  </a:cubicBezTo>
                  <a:cubicBezTo>
                    <a:pt x="4001574" y="4709440"/>
                    <a:pt x="3876302" y="4687478"/>
                    <a:pt x="3698125" y="4704293"/>
                  </a:cubicBezTo>
                  <a:cubicBezTo>
                    <a:pt x="3519948" y="4721108"/>
                    <a:pt x="3233266" y="4720005"/>
                    <a:pt x="3101211" y="4704293"/>
                  </a:cubicBezTo>
                  <a:cubicBezTo>
                    <a:pt x="2969156" y="4688581"/>
                    <a:pt x="2820524" y="4685715"/>
                    <a:pt x="2593490" y="4704293"/>
                  </a:cubicBezTo>
                  <a:cubicBezTo>
                    <a:pt x="2366456" y="4722871"/>
                    <a:pt x="2205427" y="4690247"/>
                    <a:pt x="1818188" y="4704293"/>
                  </a:cubicBezTo>
                  <a:cubicBezTo>
                    <a:pt x="1430949" y="4718339"/>
                    <a:pt x="1494027" y="4713075"/>
                    <a:pt x="1310467" y="4704293"/>
                  </a:cubicBezTo>
                  <a:cubicBezTo>
                    <a:pt x="1126907" y="4695511"/>
                    <a:pt x="938701" y="4678483"/>
                    <a:pt x="713553" y="4704293"/>
                  </a:cubicBezTo>
                  <a:cubicBezTo>
                    <a:pt x="488405" y="4730103"/>
                    <a:pt x="289117" y="4732539"/>
                    <a:pt x="0" y="4704293"/>
                  </a:cubicBezTo>
                  <a:cubicBezTo>
                    <a:pt x="-26116" y="4359461"/>
                    <a:pt x="-19719" y="4193012"/>
                    <a:pt x="0" y="3938165"/>
                  </a:cubicBezTo>
                  <a:cubicBezTo>
                    <a:pt x="19719" y="3683318"/>
                    <a:pt x="-6622" y="3465295"/>
                    <a:pt x="0" y="3172038"/>
                  </a:cubicBezTo>
                  <a:cubicBezTo>
                    <a:pt x="6622" y="2878781"/>
                    <a:pt x="7416" y="2720401"/>
                    <a:pt x="0" y="2594082"/>
                  </a:cubicBezTo>
                  <a:cubicBezTo>
                    <a:pt x="-7416" y="2467763"/>
                    <a:pt x="-27569" y="2097341"/>
                    <a:pt x="0" y="1827954"/>
                  </a:cubicBezTo>
                  <a:cubicBezTo>
                    <a:pt x="27569" y="1558567"/>
                    <a:pt x="23722" y="1402043"/>
                    <a:pt x="0" y="1061826"/>
                  </a:cubicBezTo>
                  <a:cubicBezTo>
                    <a:pt x="-23722" y="721609"/>
                    <a:pt x="3106" y="337193"/>
                    <a:pt x="0" y="0"/>
                  </a:cubicBezTo>
                  <a:close/>
                </a:path>
                <a:path w="8919411" h="4704293" stroke="0" extrusionOk="0">
                  <a:moveTo>
                    <a:pt x="0" y="0"/>
                  </a:moveTo>
                  <a:cubicBezTo>
                    <a:pt x="212365" y="-5153"/>
                    <a:pt x="382387" y="-2443"/>
                    <a:pt x="596914" y="0"/>
                  </a:cubicBezTo>
                  <a:cubicBezTo>
                    <a:pt x="811441" y="2443"/>
                    <a:pt x="997373" y="9618"/>
                    <a:pt x="1283023" y="0"/>
                  </a:cubicBezTo>
                  <a:cubicBezTo>
                    <a:pt x="1568673" y="-9618"/>
                    <a:pt x="1692618" y="5819"/>
                    <a:pt x="1879937" y="0"/>
                  </a:cubicBezTo>
                  <a:cubicBezTo>
                    <a:pt x="2067256" y="-5819"/>
                    <a:pt x="2473833" y="26113"/>
                    <a:pt x="2655240" y="0"/>
                  </a:cubicBezTo>
                  <a:cubicBezTo>
                    <a:pt x="2836647" y="-26113"/>
                    <a:pt x="3189547" y="-18111"/>
                    <a:pt x="3430543" y="0"/>
                  </a:cubicBezTo>
                  <a:cubicBezTo>
                    <a:pt x="3671539" y="18111"/>
                    <a:pt x="3705908" y="3984"/>
                    <a:pt x="3849069" y="0"/>
                  </a:cubicBezTo>
                  <a:cubicBezTo>
                    <a:pt x="3992230" y="-3984"/>
                    <a:pt x="4236175" y="-11617"/>
                    <a:pt x="4356789" y="0"/>
                  </a:cubicBezTo>
                  <a:cubicBezTo>
                    <a:pt x="4477403" y="11617"/>
                    <a:pt x="4576061" y="-279"/>
                    <a:pt x="4775315" y="0"/>
                  </a:cubicBezTo>
                  <a:cubicBezTo>
                    <a:pt x="4974569" y="279"/>
                    <a:pt x="5277973" y="-39466"/>
                    <a:pt x="5639812" y="0"/>
                  </a:cubicBezTo>
                  <a:cubicBezTo>
                    <a:pt x="6001651" y="39466"/>
                    <a:pt x="5908454" y="-15848"/>
                    <a:pt x="6058338" y="0"/>
                  </a:cubicBezTo>
                  <a:cubicBezTo>
                    <a:pt x="6208222" y="15848"/>
                    <a:pt x="6383469" y="6005"/>
                    <a:pt x="6566059" y="0"/>
                  </a:cubicBezTo>
                  <a:cubicBezTo>
                    <a:pt x="6748649" y="-6005"/>
                    <a:pt x="7104063" y="7671"/>
                    <a:pt x="7430555" y="0"/>
                  </a:cubicBezTo>
                  <a:cubicBezTo>
                    <a:pt x="7757047" y="-7671"/>
                    <a:pt x="7905262" y="32632"/>
                    <a:pt x="8116664" y="0"/>
                  </a:cubicBezTo>
                  <a:cubicBezTo>
                    <a:pt x="8328066" y="-32632"/>
                    <a:pt x="8597494" y="-20521"/>
                    <a:pt x="8919411" y="0"/>
                  </a:cubicBezTo>
                  <a:cubicBezTo>
                    <a:pt x="8934427" y="223380"/>
                    <a:pt x="8918638" y="481377"/>
                    <a:pt x="8919411" y="624999"/>
                  </a:cubicBezTo>
                  <a:cubicBezTo>
                    <a:pt x="8920184" y="768621"/>
                    <a:pt x="8894979" y="1039513"/>
                    <a:pt x="8919411" y="1297041"/>
                  </a:cubicBezTo>
                  <a:cubicBezTo>
                    <a:pt x="8943843" y="1554569"/>
                    <a:pt x="8896756" y="1576214"/>
                    <a:pt x="8919411" y="1827954"/>
                  </a:cubicBezTo>
                  <a:cubicBezTo>
                    <a:pt x="8942066" y="2079694"/>
                    <a:pt x="8952302" y="2396914"/>
                    <a:pt x="8919411" y="2594082"/>
                  </a:cubicBezTo>
                  <a:cubicBezTo>
                    <a:pt x="8886520" y="2791250"/>
                    <a:pt x="8887774" y="3128122"/>
                    <a:pt x="8919411" y="3313166"/>
                  </a:cubicBezTo>
                  <a:cubicBezTo>
                    <a:pt x="8951048" y="3498210"/>
                    <a:pt x="8905040" y="3583846"/>
                    <a:pt x="8919411" y="3844079"/>
                  </a:cubicBezTo>
                  <a:cubicBezTo>
                    <a:pt x="8933782" y="4104312"/>
                    <a:pt x="8883679" y="4478215"/>
                    <a:pt x="8919411" y="4704293"/>
                  </a:cubicBezTo>
                  <a:cubicBezTo>
                    <a:pt x="8656847" y="4691389"/>
                    <a:pt x="8531379" y="4719935"/>
                    <a:pt x="8233302" y="4704293"/>
                  </a:cubicBezTo>
                  <a:cubicBezTo>
                    <a:pt x="7935225" y="4688651"/>
                    <a:pt x="7836750" y="4720962"/>
                    <a:pt x="7458000" y="4704293"/>
                  </a:cubicBezTo>
                  <a:cubicBezTo>
                    <a:pt x="7079250" y="4687624"/>
                    <a:pt x="7244125" y="4706187"/>
                    <a:pt x="7039474" y="4704293"/>
                  </a:cubicBezTo>
                  <a:cubicBezTo>
                    <a:pt x="6834823" y="4702399"/>
                    <a:pt x="6733132" y="4710085"/>
                    <a:pt x="6531753" y="4704293"/>
                  </a:cubicBezTo>
                  <a:cubicBezTo>
                    <a:pt x="6330374" y="4698501"/>
                    <a:pt x="6163769" y="4701840"/>
                    <a:pt x="5845645" y="4704293"/>
                  </a:cubicBezTo>
                  <a:cubicBezTo>
                    <a:pt x="5527521" y="4706746"/>
                    <a:pt x="5354543" y="4731204"/>
                    <a:pt x="5159536" y="4704293"/>
                  </a:cubicBezTo>
                  <a:cubicBezTo>
                    <a:pt x="4964529" y="4677382"/>
                    <a:pt x="4626303" y="4689499"/>
                    <a:pt x="4295039" y="4704293"/>
                  </a:cubicBezTo>
                  <a:cubicBezTo>
                    <a:pt x="3963775" y="4719087"/>
                    <a:pt x="3858965" y="4738447"/>
                    <a:pt x="3519737" y="4704293"/>
                  </a:cubicBezTo>
                  <a:cubicBezTo>
                    <a:pt x="3180509" y="4670139"/>
                    <a:pt x="3110658" y="4679344"/>
                    <a:pt x="2744434" y="4704293"/>
                  </a:cubicBezTo>
                  <a:cubicBezTo>
                    <a:pt x="2378210" y="4729242"/>
                    <a:pt x="2404749" y="4682259"/>
                    <a:pt x="2147520" y="4704293"/>
                  </a:cubicBezTo>
                  <a:cubicBezTo>
                    <a:pt x="1890291" y="4726327"/>
                    <a:pt x="1827676" y="4694168"/>
                    <a:pt x="1639799" y="4704293"/>
                  </a:cubicBezTo>
                  <a:cubicBezTo>
                    <a:pt x="1451922" y="4714418"/>
                    <a:pt x="1282562" y="4712376"/>
                    <a:pt x="953691" y="4704293"/>
                  </a:cubicBezTo>
                  <a:cubicBezTo>
                    <a:pt x="624820" y="4696210"/>
                    <a:pt x="413831" y="4664926"/>
                    <a:pt x="0" y="4704293"/>
                  </a:cubicBezTo>
                  <a:cubicBezTo>
                    <a:pt x="28538" y="4392175"/>
                    <a:pt x="20106" y="4230980"/>
                    <a:pt x="0" y="3985208"/>
                  </a:cubicBezTo>
                  <a:cubicBezTo>
                    <a:pt x="-20106" y="3739437"/>
                    <a:pt x="-4534" y="3590038"/>
                    <a:pt x="0" y="3219080"/>
                  </a:cubicBezTo>
                  <a:cubicBezTo>
                    <a:pt x="4534" y="2848122"/>
                    <a:pt x="-6675" y="2639298"/>
                    <a:pt x="0" y="2452953"/>
                  </a:cubicBezTo>
                  <a:cubicBezTo>
                    <a:pt x="6675" y="2266608"/>
                    <a:pt x="31004" y="2108772"/>
                    <a:pt x="0" y="1780911"/>
                  </a:cubicBezTo>
                  <a:cubicBezTo>
                    <a:pt x="-31004" y="1453050"/>
                    <a:pt x="12119" y="1473837"/>
                    <a:pt x="0" y="1249998"/>
                  </a:cubicBezTo>
                  <a:cubicBezTo>
                    <a:pt x="-12119" y="1026159"/>
                    <a:pt x="39685" y="348497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  <a:extLst>
                <a:ext uri="{C807C97D-BFC1-408E-A445-0C87EB9F89A2}">
                  <ask:lineSketchStyleProps xmlns:ask="http://schemas.microsoft.com/office/drawing/2018/sketchyshapes" sd="910028794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886034C-DD70-3B5C-6A46-56F31A2ACD66}"/>
                </a:ext>
              </a:extLst>
            </p:cNvPr>
            <p:cNvSpPr/>
            <p:nvPr/>
          </p:nvSpPr>
          <p:spPr>
            <a:xfrm>
              <a:off x="1706880" y="1143000"/>
              <a:ext cx="8778240" cy="4572000"/>
            </a:xfrm>
            <a:custGeom>
              <a:avLst/>
              <a:gdLst>
                <a:gd name="connsiteX0" fmla="*/ 0 w 8778240"/>
                <a:gd name="connsiteY0" fmla="*/ 0 h 4572000"/>
                <a:gd name="connsiteX1" fmla="*/ 499684 w 8778240"/>
                <a:gd name="connsiteY1" fmla="*/ 0 h 4572000"/>
                <a:gd name="connsiteX2" fmla="*/ 1350498 w 8778240"/>
                <a:gd name="connsiteY2" fmla="*/ 0 h 4572000"/>
                <a:gd name="connsiteX3" fmla="*/ 2201312 w 8778240"/>
                <a:gd name="connsiteY3" fmla="*/ 0 h 4572000"/>
                <a:gd name="connsiteX4" fmla="*/ 2876562 w 8778240"/>
                <a:gd name="connsiteY4" fmla="*/ 0 h 4572000"/>
                <a:gd name="connsiteX5" fmla="*/ 3727376 w 8778240"/>
                <a:gd name="connsiteY5" fmla="*/ 0 h 4572000"/>
                <a:gd name="connsiteX6" fmla="*/ 4227060 w 8778240"/>
                <a:gd name="connsiteY6" fmla="*/ 0 h 4572000"/>
                <a:gd name="connsiteX7" fmla="*/ 4902309 w 8778240"/>
                <a:gd name="connsiteY7" fmla="*/ 0 h 4572000"/>
                <a:gd name="connsiteX8" fmla="*/ 5401994 w 8778240"/>
                <a:gd name="connsiteY8" fmla="*/ 0 h 4572000"/>
                <a:gd name="connsiteX9" fmla="*/ 5901678 w 8778240"/>
                <a:gd name="connsiteY9" fmla="*/ 0 h 4572000"/>
                <a:gd name="connsiteX10" fmla="*/ 6752492 w 8778240"/>
                <a:gd name="connsiteY10" fmla="*/ 0 h 4572000"/>
                <a:gd name="connsiteX11" fmla="*/ 7427742 w 8778240"/>
                <a:gd name="connsiteY11" fmla="*/ 0 h 4572000"/>
                <a:gd name="connsiteX12" fmla="*/ 8015208 w 8778240"/>
                <a:gd name="connsiteY12" fmla="*/ 0 h 4572000"/>
                <a:gd name="connsiteX13" fmla="*/ 8778240 w 8778240"/>
                <a:gd name="connsiteY13" fmla="*/ 0 h 4572000"/>
                <a:gd name="connsiteX14" fmla="*/ 8778240 w 8778240"/>
                <a:gd name="connsiteY14" fmla="*/ 653143 h 4572000"/>
                <a:gd name="connsiteX15" fmla="*/ 8778240 w 8778240"/>
                <a:gd name="connsiteY15" fmla="*/ 1306286 h 4572000"/>
                <a:gd name="connsiteX16" fmla="*/ 8778240 w 8778240"/>
                <a:gd name="connsiteY16" fmla="*/ 1959429 h 4572000"/>
                <a:gd name="connsiteX17" fmla="*/ 8778240 w 8778240"/>
                <a:gd name="connsiteY17" fmla="*/ 2475411 h 4572000"/>
                <a:gd name="connsiteX18" fmla="*/ 8778240 w 8778240"/>
                <a:gd name="connsiteY18" fmla="*/ 3082834 h 4572000"/>
                <a:gd name="connsiteX19" fmla="*/ 8778240 w 8778240"/>
                <a:gd name="connsiteY19" fmla="*/ 3598817 h 4572000"/>
                <a:gd name="connsiteX20" fmla="*/ 8778240 w 8778240"/>
                <a:gd name="connsiteY20" fmla="*/ 4572000 h 4572000"/>
                <a:gd name="connsiteX21" fmla="*/ 8190773 w 8778240"/>
                <a:gd name="connsiteY21" fmla="*/ 4572000 h 4572000"/>
                <a:gd name="connsiteX22" fmla="*/ 7515524 w 8778240"/>
                <a:gd name="connsiteY22" fmla="*/ 4572000 h 4572000"/>
                <a:gd name="connsiteX23" fmla="*/ 6664710 w 8778240"/>
                <a:gd name="connsiteY23" fmla="*/ 4572000 h 4572000"/>
                <a:gd name="connsiteX24" fmla="*/ 5813896 w 8778240"/>
                <a:gd name="connsiteY24" fmla="*/ 4572000 h 4572000"/>
                <a:gd name="connsiteX25" fmla="*/ 5226429 w 8778240"/>
                <a:gd name="connsiteY25" fmla="*/ 4572000 h 4572000"/>
                <a:gd name="connsiteX26" fmla="*/ 4551180 w 8778240"/>
                <a:gd name="connsiteY26" fmla="*/ 4572000 h 4572000"/>
                <a:gd name="connsiteX27" fmla="*/ 4139278 w 8778240"/>
                <a:gd name="connsiteY27" fmla="*/ 4572000 h 4572000"/>
                <a:gd name="connsiteX28" fmla="*/ 3639593 w 8778240"/>
                <a:gd name="connsiteY28" fmla="*/ 4572000 h 4572000"/>
                <a:gd name="connsiteX29" fmla="*/ 3052127 w 8778240"/>
                <a:gd name="connsiteY29" fmla="*/ 4572000 h 4572000"/>
                <a:gd name="connsiteX30" fmla="*/ 2552442 w 8778240"/>
                <a:gd name="connsiteY30" fmla="*/ 4572000 h 4572000"/>
                <a:gd name="connsiteX31" fmla="*/ 1789410 w 8778240"/>
                <a:gd name="connsiteY31" fmla="*/ 4572000 h 4572000"/>
                <a:gd name="connsiteX32" fmla="*/ 1289726 w 8778240"/>
                <a:gd name="connsiteY32" fmla="*/ 4572000 h 4572000"/>
                <a:gd name="connsiteX33" fmla="*/ 702259 w 8778240"/>
                <a:gd name="connsiteY33" fmla="*/ 4572000 h 4572000"/>
                <a:gd name="connsiteX34" fmla="*/ 0 w 8778240"/>
                <a:gd name="connsiteY34" fmla="*/ 4572000 h 4572000"/>
                <a:gd name="connsiteX35" fmla="*/ 0 w 8778240"/>
                <a:gd name="connsiteY35" fmla="*/ 3827417 h 4572000"/>
                <a:gd name="connsiteX36" fmla="*/ 0 w 8778240"/>
                <a:gd name="connsiteY36" fmla="*/ 3082834 h 4572000"/>
                <a:gd name="connsiteX37" fmla="*/ 0 w 8778240"/>
                <a:gd name="connsiteY37" fmla="*/ 2521131 h 4572000"/>
                <a:gd name="connsiteX38" fmla="*/ 0 w 8778240"/>
                <a:gd name="connsiteY38" fmla="*/ 1776549 h 4572000"/>
                <a:gd name="connsiteX39" fmla="*/ 0 w 8778240"/>
                <a:gd name="connsiteY39" fmla="*/ 1031966 h 4572000"/>
                <a:gd name="connsiteX40" fmla="*/ 0 w 8778240"/>
                <a:gd name="connsiteY40" fmla="*/ 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8778240" h="4572000" fill="none" extrusionOk="0">
                  <a:moveTo>
                    <a:pt x="0" y="0"/>
                  </a:moveTo>
                  <a:cubicBezTo>
                    <a:pt x="178714" y="23096"/>
                    <a:pt x="398677" y="12179"/>
                    <a:pt x="499684" y="0"/>
                  </a:cubicBezTo>
                  <a:cubicBezTo>
                    <a:pt x="600691" y="-12179"/>
                    <a:pt x="1062296" y="-23924"/>
                    <a:pt x="1350498" y="0"/>
                  </a:cubicBezTo>
                  <a:cubicBezTo>
                    <a:pt x="1638700" y="23924"/>
                    <a:pt x="1973827" y="-27388"/>
                    <a:pt x="2201312" y="0"/>
                  </a:cubicBezTo>
                  <a:cubicBezTo>
                    <a:pt x="2428797" y="27388"/>
                    <a:pt x="2684237" y="-6438"/>
                    <a:pt x="2876562" y="0"/>
                  </a:cubicBezTo>
                  <a:cubicBezTo>
                    <a:pt x="3068887" y="6438"/>
                    <a:pt x="3490218" y="25425"/>
                    <a:pt x="3727376" y="0"/>
                  </a:cubicBezTo>
                  <a:cubicBezTo>
                    <a:pt x="3964534" y="-25425"/>
                    <a:pt x="4022017" y="-11862"/>
                    <a:pt x="4227060" y="0"/>
                  </a:cubicBezTo>
                  <a:cubicBezTo>
                    <a:pt x="4432103" y="11862"/>
                    <a:pt x="4652438" y="3486"/>
                    <a:pt x="4902309" y="0"/>
                  </a:cubicBezTo>
                  <a:cubicBezTo>
                    <a:pt x="5152180" y="-3486"/>
                    <a:pt x="5287654" y="8398"/>
                    <a:pt x="5401994" y="0"/>
                  </a:cubicBezTo>
                  <a:cubicBezTo>
                    <a:pt x="5516335" y="-8398"/>
                    <a:pt x="5694037" y="22837"/>
                    <a:pt x="5901678" y="0"/>
                  </a:cubicBezTo>
                  <a:cubicBezTo>
                    <a:pt x="6109319" y="-22837"/>
                    <a:pt x="6496252" y="-4476"/>
                    <a:pt x="6752492" y="0"/>
                  </a:cubicBezTo>
                  <a:cubicBezTo>
                    <a:pt x="7008732" y="4476"/>
                    <a:pt x="7255826" y="-3565"/>
                    <a:pt x="7427742" y="0"/>
                  </a:cubicBezTo>
                  <a:cubicBezTo>
                    <a:pt x="7599658" y="3565"/>
                    <a:pt x="7734184" y="-5205"/>
                    <a:pt x="8015208" y="0"/>
                  </a:cubicBezTo>
                  <a:cubicBezTo>
                    <a:pt x="8296232" y="5205"/>
                    <a:pt x="8561787" y="8838"/>
                    <a:pt x="8778240" y="0"/>
                  </a:cubicBezTo>
                  <a:cubicBezTo>
                    <a:pt x="8792953" y="240518"/>
                    <a:pt x="8776640" y="386628"/>
                    <a:pt x="8778240" y="653143"/>
                  </a:cubicBezTo>
                  <a:cubicBezTo>
                    <a:pt x="8779840" y="919658"/>
                    <a:pt x="8761381" y="1077654"/>
                    <a:pt x="8778240" y="1306286"/>
                  </a:cubicBezTo>
                  <a:cubicBezTo>
                    <a:pt x="8795099" y="1534918"/>
                    <a:pt x="8754955" y="1808015"/>
                    <a:pt x="8778240" y="1959429"/>
                  </a:cubicBezTo>
                  <a:cubicBezTo>
                    <a:pt x="8801525" y="2110843"/>
                    <a:pt x="8791186" y="2328962"/>
                    <a:pt x="8778240" y="2475411"/>
                  </a:cubicBezTo>
                  <a:cubicBezTo>
                    <a:pt x="8765294" y="2621860"/>
                    <a:pt x="8786724" y="2944865"/>
                    <a:pt x="8778240" y="3082834"/>
                  </a:cubicBezTo>
                  <a:cubicBezTo>
                    <a:pt x="8769756" y="3220803"/>
                    <a:pt x="8765318" y="3374710"/>
                    <a:pt x="8778240" y="3598817"/>
                  </a:cubicBezTo>
                  <a:cubicBezTo>
                    <a:pt x="8791162" y="3822924"/>
                    <a:pt x="8757818" y="4135222"/>
                    <a:pt x="8778240" y="4572000"/>
                  </a:cubicBezTo>
                  <a:cubicBezTo>
                    <a:pt x="8507520" y="4590363"/>
                    <a:pt x="8360798" y="4555059"/>
                    <a:pt x="8190773" y="4572000"/>
                  </a:cubicBezTo>
                  <a:cubicBezTo>
                    <a:pt x="8020748" y="4588941"/>
                    <a:pt x="7739346" y="4551070"/>
                    <a:pt x="7515524" y="4572000"/>
                  </a:cubicBezTo>
                  <a:cubicBezTo>
                    <a:pt x="7291702" y="4592930"/>
                    <a:pt x="7041660" y="4563571"/>
                    <a:pt x="6664710" y="4572000"/>
                  </a:cubicBezTo>
                  <a:cubicBezTo>
                    <a:pt x="6287760" y="4580429"/>
                    <a:pt x="6086248" y="4531617"/>
                    <a:pt x="5813896" y="4572000"/>
                  </a:cubicBezTo>
                  <a:cubicBezTo>
                    <a:pt x="5541544" y="4612383"/>
                    <a:pt x="5381681" y="4568963"/>
                    <a:pt x="5226429" y="4572000"/>
                  </a:cubicBezTo>
                  <a:cubicBezTo>
                    <a:pt x="5071177" y="4575037"/>
                    <a:pt x="4714311" y="4576362"/>
                    <a:pt x="4551180" y="4572000"/>
                  </a:cubicBezTo>
                  <a:cubicBezTo>
                    <a:pt x="4388049" y="4567638"/>
                    <a:pt x="4267414" y="4560716"/>
                    <a:pt x="4139278" y="4572000"/>
                  </a:cubicBezTo>
                  <a:cubicBezTo>
                    <a:pt x="4011142" y="4583284"/>
                    <a:pt x="3775391" y="4574838"/>
                    <a:pt x="3639593" y="4572000"/>
                  </a:cubicBezTo>
                  <a:cubicBezTo>
                    <a:pt x="3503796" y="4569162"/>
                    <a:pt x="3343542" y="4586881"/>
                    <a:pt x="3052127" y="4572000"/>
                  </a:cubicBezTo>
                  <a:cubicBezTo>
                    <a:pt x="2760712" y="4557119"/>
                    <a:pt x="2677690" y="4559553"/>
                    <a:pt x="2552442" y="4572000"/>
                  </a:cubicBezTo>
                  <a:cubicBezTo>
                    <a:pt x="2427194" y="4584447"/>
                    <a:pt x="2040949" y="4595062"/>
                    <a:pt x="1789410" y="4572000"/>
                  </a:cubicBezTo>
                  <a:cubicBezTo>
                    <a:pt x="1537871" y="4548938"/>
                    <a:pt x="1511563" y="4552262"/>
                    <a:pt x="1289726" y="4572000"/>
                  </a:cubicBezTo>
                  <a:cubicBezTo>
                    <a:pt x="1067889" y="4591738"/>
                    <a:pt x="844757" y="4590661"/>
                    <a:pt x="702259" y="4572000"/>
                  </a:cubicBezTo>
                  <a:cubicBezTo>
                    <a:pt x="559761" y="4553339"/>
                    <a:pt x="153792" y="4558511"/>
                    <a:pt x="0" y="4572000"/>
                  </a:cubicBezTo>
                  <a:cubicBezTo>
                    <a:pt x="-11122" y="4327362"/>
                    <a:pt x="7816" y="4105357"/>
                    <a:pt x="0" y="3827417"/>
                  </a:cubicBezTo>
                  <a:cubicBezTo>
                    <a:pt x="-7816" y="3549477"/>
                    <a:pt x="2824" y="3376562"/>
                    <a:pt x="0" y="3082834"/>
                  </a:cubicBezTo>
                  <a:cubicBezTo>
                    <a:pt x="-2824" y="2789106"/>
                    <a:pt x="19194" y="2674625"/>
                    <a:pt x="0" y="2521131"/>
                  </a:cubicBezTo>
                  <a:cubicBezTo>
                    <a:pt x="-19194" y="2367637"/>
                    <a:pt x="-13471" y="1993190"/>
                    <a:pt x="0" y="1776549"/>
                  </a:cubicBezTo>
                  <a:cubicBezTo>
                    <a:pt x="13471" y="1559908"/>
                    <a:pt x="14210" y="1352073"/>
                    <a:pt x="0" y="1031966"/>
                  </a:cubicBezTo>
                  <a:cubicBezTo>
                    <a:pt x="-14210" y="711859"/>
                    <a:pt x="-11558" y="442010"/>
                    <a:pt x="0" y="0"/>
                  </a:cubicBezTo>
                  <a:close/>
                </a:path>
                <a:path w="8778240" h="4572000" stroke="0" extrusionOk="0">
                  <a:moveTo>
                    <a:pt x="0" y="0"/>
                  </a:moveTo>
                  <a:cubicBezTo>
                    <a:pt x="223353" y="18986"/>
                    <a:pt x="464100" y="-14052"/>
                    <a:pt x="587467" y="0"/>
                  </a:cubicBezTo>
                  <a:cubicBezTo>
                    <a:pt x="710834" y="14052"/>
                    <a:pt x="1113701" y="521"/>
                    <a:pt x="1262716" y="0"/>
                  </a:cubicBezTo>
                  <a:cubicBezTo>
                    <a:pt x="1411731" y="-521"/>
                    <a:pt x="1703402" y="16362"/>
                    <a:pt x="1850183" y="0"/>
                  </a:cubicBezTo>
                  <a:cubicBezTo>
                    <a:pt x="1996964" y="-16362"/>
                    <a:pt x="2374624" y="17842"/>
                    <a:pt x="2613215" y="0"/>
                  </a:cubicBezTo>
                  <a:cubicBezTo>
                    <a:pt x="2851806" y="-17842"/>
                    <a:pt x="3181703" y="15842"/>
                    <a:pt x="3376246" y="0"/>
                  </a:cubicBezTo>
                  <a:cubicBezTo>
                    <a:pt x="3570789" y="-15842"/>
                    <a:pt x="3701795" y="9213"/>
                    <a:pt x="3788148" y="0"/>
                  </a:cubicBezTo>
                  <a:cubicBezTo>
                    <a:pt x="3874501" y="-9213"/>
                    <a:pt x="4066984" y="22846"/>
                    <a:pt x="4287833" y="0"/>
                  </a:cubicBezTo>
                  <a:cubicBezTo>
                    <a:pt x="4508683" y="-22846"/>
                    <a:pt x="4556309" y="-16352"/>
                    <a:pt x="4699735" y="0"/>
                  </a:cubicBezTo>
                  <a:cubicBezTo>
                    <a:pt x="4843161" y="16352"/>
                    <a:pt x="5360995" y="-31311"/>
                    <a:pt x="5550549" y="0"/>
                  </a:cubicBezTo>
                  <a:cubicBezTo>
                    <a:pt x="5740103" y="31311"/>
                    <a:pt x="5761994" y="-19282"/>
                    <a:pt x="5962451" y="0"/>
                  </a:cubicBezTo>
                  <a:cubicBezTo>
                    <a:pt x="6162908" y="19282"/>
                    <a:pt x="6299104" y="-11943"/>
                    <a:pt x="6462135" y="0"/>
                  </a:cubicBezTo>
                  <a:cubicBezTo>
                    <a:pt x="6625166" y="11943"/>
                    <a:pt x="7137113" y="7290"/>
                    <a:pt x="7312949" y="0"/>
                  </a:cubicBezTo>
                  <a:cubicBezTo>
                    <a:pt x="7488785" y="-7290"/>
                    <a:pt x="7690260" y="310"/>
                    <a:pt x="7988198" y="0"/>
                  </a:cubicBezTo>
                  <a:cubicBezTo>
                    <a:pt x="8286136" y="-310"/>
                    <a:pt x="8475736" y="11465"/>
                    <a:pt x="8778240" y="0"/>
                  </a:cubicBezTo>
                  <a:cubicBezTo>
                    <a:pt x="8776993" y="286758"/>
                    <a:pt x="8801117" y="425178"/>
                    <a:pt x="8778240" y="607423"/>
                  </a:cubicBezTo>
                  <a:cubicBezTo>
                    <a:pt x="8755363" y="789668"/>
                    <a:pt x="8756702" y="1055504"/>
                    <a:pt x="8778240" y="1260566"/>
                  </a:cubicBezTo>
                  <a:cubicBezTo>
                    <a:pt x="8799778" y="1465628"/>
                    <a:pt x="8768272" y="1668671"/>
                    <a:pt x="8778240" y="1776549"/>
                  </a:cubicBezTo>
                  <a:cubicBezTo>
                    <a:pt x="8788208" y="1884427"/>
                    <a:pt x="8756298" y="2182745"/>
                    <a:pt x="8778240" y="2521131"/>
                  </a:cubicBezTo>
                  <a:cubicBezTo>
                    <a:pt x="8800182" y="2859517"/>
                    <a:pt x="8796741" y="3038031"/>
                    <a:pt x="8778240" y="3219994"/>
                  </a:cubicBezTo>
                  <a:cubicBezTo>
                    <a:pt x="8759739" y="3401957"/>
                    <a:pt x="8760153" y="3574983"/>
                    <a:pt x="8778240" y="3735977"/>
                  </a:cubicBezTo>
                  <a:cubicBezTo>
                    <a:pt x="8796327" y="3896971"/>
                    <a:pt x="8766948" y="4199909"/>
                    <a:pt x="8778240" y="4572000"/>
                  </a:cubicBezTo>
                  <a:cubicBezTo>
                    <a:pt x="8460359" y="4591961"/>
                    <a:pt x="8357360" y="4553883"/>
                    <a:pt x="8102991" y="4572000"/>
                  </a:cubicBezTo>
                  <a:cubicBezTo>
                    <a:pt x="7848622" y="4590117"/>
                    <a:pt x="7530650" y="4606850"/>
                    <a:pt x="7339959" y="4572000"/>
                  </a:cubicBezTo>
                  <a:cubicBezTo>
                    <a:pt x="7149268" y="4537150"/>
                    <a:pt x="7104442" y="4560949"/>
                    <a:pt x="6928057" y="4572000"/>
                  </a:cubicBezTo>
                  <a:cubicBezTo>
                    <a:pt x="6751672" y="4583051"/>
                    <a:pt x="6626271" y="4551863"/>
                    <a:pt x="6428373" y="4572000"/>
                  </a:cubicBezTo>
                  <a:cubicBezTo>
                    <a:pt x="6230475" y="4592137"/>
                    <a:pt x="5954931" y="4592553"/>
                    <a:pt x="5753123" y="4572000"/>
                  </a:cubicBezTo>
                  <a:cubicBezTo>
                    <a:pt x="5551315" y="4551448"/>
                    <a:pt x="5284865" y="4548686"/>
                    <a:pt x="5077874" y="4572000"/>
                  </a:cubicBezTo>
                  <a:cubicBezTo>
                    <a:pt x="4870883" y="4595314"/>
                    <a:pt x="4411879" y="4547063"/>
                    <a:pt x="4227060" y="4572000"/>
                  </a:cubicBezTo>
                  <a:cubicBezTo>
                    <a:pt x="4042241" y="4596937"/>
                    <a:pt x="3660318" y="4586560"/>
                    <a:pt x="3464029" y="4572000"/>
                  </a:cubicBezTo>
                  <a:cubicBezTo>
                    <a:pt x="3267740" y="4557440"/>
                    <a:pt x="2963149" y="4595771"/>
                    <a:pt x="2700997" y="4572000"/>
                  </a:cubicBezTo>
                  <a:cubicBezTo>
                    <a:pt x="2438845" y="4548229"/>
                    <a:pt x="2400092" y="4544826"/>
                    <a:pt x="2113530" y="4572000"/>
                  </a:cubicBezTo>
                  <a:cubicBezTo>
                    <a:pt x="1826968" y="4599174"/>
                    <a:pt x="1791984" y="4591473"/>
                    <a:pt x="1613846" y="4572000"/>
                  </a:cubicBezTo>
                  <a:cubicBezTo>
                    <a:pt x="1435708" y="4552527"/>
                    <a:pt x="1248221" y="4593111"/>
                    <a:pt x="938596" y="4572000"/>
                  </a:cubicBezTo>
                  <a:cubicBezTo>
                    <a:pt x="628971" y="4550890"/>
                    <a:pt x="344974" y="4568050"/>
                    <a:pt x="0" y="4572000"/>
                  </a:cubicBezTo>
                  <a:cubicBezTo>
                    <a:pt x="12928" y="4421210"/>
                    <a:pt x="6037" y="4024138"/>
                    <a:pt x="0" y="3873137"/>
                  </a:cubicBezTo>
                  <a:cubicBezTo>
                    <a:pt x="-6037" y="3722136"/>
                    <a:pt x="-8605" y="3326022"/>
                    <a:pt x="0" y="3128554"/>
                  </a:cubicBezTo>
                  <a:cubicBezTo>
                    <a:pt x="8605" y="2931086"/>
                    <a:pt x="22194" y="2738330"/>
                    <a:pt x="0" y="2383971"/>
                  </a:cubicBezTo>
                  <a:cubicBezTo>
                    <a:pt x="-22194" y="2029612"/>
                    <a:pt x="1491" y="1947295"/>
                    <a:pt x="0" y="1730829"/>
                  </a:cubicBezTo>
                  <a:cubicBezTo>
                    <a:pt x="-1491" y="1514363"/>
                    <a:pt x="-17379" y="1441633"/>
                    <a:pt x="0" y="1214846"/>
                  </a:cubicBezTo>
                  <a:cubicBezTo>
                    <a:pt x="17379" y="988059"/>
                    <a:pt x="-10922" y="244654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910028794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80230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34</Words>
  <Application>Microsoft Office PowerPoint</Application>
  <PresentationFormat>와이드스크린</PresentationFormat>
  <Paragraphs>10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Pretendard</vt:lpstr>
      <vt:lpstr>맑은 고딕</vt:lpstr>
      <vt:lpstr>Arial</vt:lpstr>
      <vt:lpstr>Office 테마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김인화</dc:creator>
  <cp:lastModifiedBy>김인화</cp:lastModifiedBy>
  <cp:revision>7</cp:revision>
  <dcterms:created xsi:type="dcterms:W3CDTF">2024-06-28T09:05:32Z</dcterms:created>
  <dcterms:modified xsi:type="dcterms:W3CDTF">2024-06-30T12:06:31Z</dcterms:modified>
</cp:coreProperties>
</file>