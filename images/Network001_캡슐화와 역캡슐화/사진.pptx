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5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B5324-89DB-CF4D-E13B-0C0817119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1F529-1240-619D-F9C2-90985D24E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F40C1A-E40A-299D-B4C5-A9230E9C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400D39-512F-107D-A0B3-C8343D6A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E92B3B-31BD-0106-18D2-41F7A179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62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B4A6F9-9BA9-8D67-D739-35FF91F36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81A01E-2EBA-0E28-B46D-BC00C2F7A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BEBCEE-9607-C0A4-3365-E12E4196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41E6AF-7B90-FAB5-189B-BD16DBD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2FDC5-F858-EE27-6381-CC1A4125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93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9880D-C4C2-E074-2EF9-E4D14643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19C128-2FF9-9041-BA0D-98E96A5FC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D0406-3910-873B-76EF-62F4C3E4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A16399-AED5-60B6-7ABB-C864E292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844E78-2078-7E16-CED5-0BB93F67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28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78CD7-9707-DEF1-DA46-8FA73A16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CE7983-7526-01A4-2305-005C8626C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ADD7A4-FB14-7D0F-78C1-7E152E3BA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2E22A5-BDF9-CBC1-59FA-70426525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30FAA1-D797-3403-5FCB-26B162F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180BD6-D092-5860-67DF-528B87EB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9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1004FE-08CB-AA1B-F225-807A538E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14E328-E3AF-4888-249A-24D9A7A1E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DC9C19-0DD6-D417-7635-8B6A4DDD3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3E7B84-4238-D3F1-90EF-F101FF479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093B65-EE80-2CA0-82C0-4C303500F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A52AC9-E193-42A9-F3A7-90AAF5AF4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F4662C-C36A-7334-5971-B55329B6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639453-4EBE-8053-DB48-FC02D4EA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14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BFFE6-9E58-D5C8-C59A-4822E8FA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6DE86F-4412-05F9-0D44-DCF76455D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E07588-F424-0AB0-BA7F-7BD40FCF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5454B3-5FA0-B1CD-7080-34319A3B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565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5DA50C-B3A2-406E-9907-F50499E6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88DF9ED-E86D-ED3A-0302-3886EDCE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006F0A-E87B-DF2D-013C-F767C615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47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E3F2A-3527-AADB-AEA9-A3448C54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6BAB42-AAAE-5726-6BBB-D24A03E23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ADFBE6-C3B4-5365-F810-237F0A12F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FB1100-B301-4851-1CE9-14F8CA40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457FDE-F3B1-25D7-6C36-DBEB8CB9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49851-B958-843E-0C96-9F991B441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28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C537F-380E-1544-746F-6D76574D6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ED6BE0-EBE4-B630-2ADF-C957A1DB2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219E04-388F-C1E3-B6E1-AAF257B05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6943E7-64DC-4389-8D3E-2E781A64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48A3C6-402A-A893-BE59-035AF16F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A9D4D-623B-4C4E-4154-D013367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99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4A535C-8479-A24E-F494-FD259D72B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A0C375-8675-33B5-9457-A086C7763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3457DD-9E79-6AC4-5411-1C1136CD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AA3742-7418-7063-22B4-084C9C3D0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2CD228-DB19-A623-A8F9-C762F029A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93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A34CD7-23BF-E9F1-A844-16051B3F7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6C8634-CAA2-AC33-7F88-26A454B51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AFCBC-C07D-1643-8520-ACFF24AF1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BDA38F-BB4B-9C6E-F9AC-B221917A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E22C4-CB5F-5BB1-3E85-1EDE6D20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72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9EA77A-9DBA-58C1-6910-1480A626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A815E7-E749-E956-CC8F-E40A060CE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20AC1-3D89-3F33-50DC-C316F6987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AB095-91D9-48E2-86E7-C929C6C5368B}" type="datetimeFigureOut">
              <a:rPr lang="ko-KR" altLang="en-US" smtClean="0"/>
              <a:t>2024-05-20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CE9D1B-F77B-FFAA-D804-9189B87E7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6C2883-C29B-DBE5-0627-2336FABC7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64E79-4F5C-4D32-A1BA-F6FD1CC12D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9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B4A09CF7-78C7-8B66-4242-235E2950BE47}"/>
              </a:ext>
            </a:extLst>
          </p:cNvPr>
          <p:cNvGrpSpPr/>
          <p:nvPr/>
        </p:nvGrpSpPr>
        <p:grpSpPr>
          <a:xfrm>
            <a:off x="941617" y="1632856"/>
            <a:ext cx="4359727" cy="4253593"/>
            <a:chOff x="941617" y="1632856"/>
            <a:chExt cx="4359727" cy="4253593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2DEDEA14-9C71-F3DC-9778-60C1E40F7D18}"/>
                </a:ext>
              </a:extLst>
            </p:cNvPr>
            <p:cNvGrpSpPr/>
            <p:nvPr/>
          </p:nvGrpSpPr>
          <p:grpSpPr>
            <a:xfrm>
              <a:off x="941617" y="1632856"/>
              <a:ext cx="4359727" cy="4253593"/>
              <a:chOff x="1415145" y="383720"/>
              <a:chExt cx="4359727" cy="4253593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7E014678-3A89-28BF-4568-A53169F1240B}"/>
                  </a:ext>
                </a:extLst>
              </p:cNvPr>
              <p:cNvGrpSpPr/>
              <p:nvPr/>
            </p:nvGrpSpPr>
            <p:grpSpPr>
              <a:xfrm>
                <a:off x="1415145" y="383720"/>
                <a:ext cx="4302579" cy="4253593"/>
                <a:chOff x="1118509" y="734785"/>
                <a:chExt cx="4302579" cy="4253593"/>
              </a:xfrm>
            </p:grpSpPr>
            <p:sp>
              <p:nvSpPr>
                <p:cNvPr id="2" name="직사각형 1">
                  <a:extLst>
                    <a:ext uri="{FF2B5EF4-FFF2-40B4-BE49-F238E27FC236}">
                      <a16:creationId xmlns:a16="http://schemas.microsoft.com/office/drawing/2014/main" id="{85EF1374-6D10-8DFC-B72D-A6F5B4E0EA6B}"/>
                    </a:ext>
                  </a:extLst>
                </p:cNvPr>
                <p:cNvSpPr/>
                <p:nvPr/>
              </p:nvSpPr>
              <p:spPr>
                <a:xfrm>
                  <a:off x="1118509" y="734785"/>
                  <a:ext cx="4302579" cy="425359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0CBD1B44-0530-CF66-4DDF-908ABD37F4F1}"/>
                    </a:ext>
                  </a:extLst>
                </p:cNvPr>
                <p:cNvGrpSpPr/>
                <p:nvPr/>
              </p:nvGrpSpPr>
              <p:grpSpPr>
                <a:xfrm>
                  <a:off x="1285875" y="1814604"/>
                  <a:ext cx="2343150" cy="2975698"/>
                  <a:chOff x="2228847" y="1381714"/>
                  <a:chExt cx="2343150" cy="2975698"/>
                </a:xfrm>
              </p:grpSpPr>
              <p:sp>
                <p:nvSpPr>
                  <p:cNvPr id="4" name="직사각형 3">
                    <a:extLst>
                      <a:ext uri="{FF2B5EF4-FFF2-40B4-BE49-F238E27FC236}">
                        <a16:creationId xmlns:a16="http://schemas.microsoft.com/office/drawing/2014/main" id="{F5460871-E1E1-ECCD-41DC-A83E5E91E48C}"/>
                      </a:ext>
                    </a:extLst>
                  </p:cNvPr>
                  <p:cNvSpPr/>
                  <p:nvPr/>
                </p:nvSpPr>
                <p:spPr>
                  <a:xfrm>
                    <a:off x="2228847" y="2571028"/>
                    <a:ext cx="2343150" cy="604157"/>
                  </a:xfrm>
                  <a:custGeom>
                    <a:avLst/>
                    <a:gdLst>
                      <a:gd name="connsiteX0" fmla="*/ 0 w 2343150"/>
                      <a:gd name="connsiteY0" fmla="*/ 0 h 604157"/>
                      <a:gd name="connsiteX1" fmla="*/ 538925 w 2343150"/>
                      <a:gd name="connsiteY1" fmla="*/ 0 h 604157"/>
                      <a:gd name="connsiteX2" fmla="*/ 1124712 w 2343150"/>
                      <a:gd name="connsiteY2" fmla="*/ 0 h 604157"/>
                      <a:gd name="connsiteX3" fmla="*/ 1757363 w 2343150"/>
                      <a:gd name="connsiteY3" fmla="*/ 0 h 604157"/>
                      <a:gd name="connsiteX4" fmla="*/ 2343150 w 2343150"/>
                      <a:gd name="connsiteY4" fmla="*/ 0 h 604157"/>
                      <a:gd name="connsiteX5" fmla="*/ 2343150 w 2343150"/>
                      <a:gd name="connsiteY5" fmla="*/ 604157 h 604157"/>
                      <a:gd name="connsiteX6" fmla="*/ 1757363 w 2343150"/>
                      <a:gd name="connsiteY6" fmla="*/ 604157 h 604157"/>
                      <a:gd name="connsiteX7" fmla="*/ 1195007 w 2343150"/>
                      <a:gd name="connsiteY7" fmla="*/ 604157 h 604157"/>
                      <a:gd name="connsiteX8" fmla="*/ 679514 w 2343150"/>
                      <a:gd name="connsiteY8" fmla="*/ 604157 h 604157"/>
                      <a:gd name="connsiteX9" fmla="*/ 0 w 2343150"/>
                      <a:gd name="connsiteY9" fmla="*/ 604157 h 604157"/>
                      <a:gd name="connsiteX10" fmla="*/ 0 w 2343150"/>
                      <a:gd name="connsiteY10" fmla="*/ 0 h 6041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343150" h="604157" fill="none" extrusionOk="0">
                        <a:moveTo>
                          <a:pt x="0" y="0"/>
                        </a:moveTo>
                        <a:cubicBezTo>
                          <a:pt x="245320" y="-9730"/>
                          <a:pt x="345220" y="-1754"/>
                          <a:pt x="538925" y="0"/>
                        </a:cubicBezTo>
                        <a:cubicBezTo>
                          <a:pt x="732630" y="1754"/>
                          <a:pt x="923563" y="-3857"/>
                          <a:pt x="1124712" y="0"/>
                        </a:cubicBezTo>
                        <a:cubicBezTo>
                          <a:pt x="1325861" y="3857"/>
                          <a:pt x="1483417" y="-28505"/>
                          <a:pt x="1757363" y="0"/>
                        </a:cubicBezTo>
                        <a:cubicBezTo>
                          <a:pt x="2031309" y="28505"/>
                          <a:pt x="2116651" y="19516"/>
                          <a:pt x="2343150" y="0"/>
                        </a:cubicBezTo>
                        <a:cubicBezTo>
                          <a:pt x="2353311" y="231148"/>
                          <a:pt x="2338039" y="473867"/>
                          <a:pt x="2343150" y="604157"/>
                        </a:cubicBezTo>
                        <a:cubicBezTo>
                          <a:pt x="2093012" y="604742"/>
                          <a:pt x="1896656" y="631657"/>
                          <a:pt x="1757363" y="604157"/>
                        </a:cubicBezTo>
                        <a:cubicBezTo>
                          <a:pt x="1618070" y="576657"/>
                          <a:pt x="1468808" y="603508"/>
                          <a:pt x="1195007" y="604157"/>
                        </a:cubicBezTo>
                        <a:cubicBezTo>
                          <a:pt x="921206" y="604806"/>
                          <a:pt x="853893" y="616692"/>
                          <a:pt x="679514" y="604157"/>
                        </a:cubicBezTo>
                        <a:cubicBezTo>
                          <a:pt x="505135" y="591622"/>
                          <a:pt x="279811" y="634450"/>
                          <a:pt x="0" y="604157"/>
                        </a:cubicBezTo>
                        <a:cubicBezTo>
                          <a:pt x="-25051" y="399836"/>
                          <a:pt x="-227" y="132133"/>
                          <a:pt x="0" y="0"/>
                        </a:cubicBezTo>
                        <a:close/>
                      </a:path>
                      <a:path w="2343150" h="604157" stroke="0" extrusionOk="0">
                        <a:moveTo>
                          <a:pt x="0" y="0"/>
                        </a:moveTo>
                        <a:cubicBezTo>
                          <a:pt x="200164" y="-6835"/>
                          <a:pt x="296714" y="-15703"/>
                          <a:pt x="562356" y="0"/>
                        </a:cubicBezTo>
                        <a:cubicBezTo>
                          <a:pt x="827998" y="15703"/>
                          <a:pt x="928657" y="-9762"/>
                          <a:pt x="1124712" y="0"/>
                        </a:cubicBezTo>
                        <a:cubicBezTo>
                          <a:pt x="1320767" y="9762"/>
                          <a:pt x="1511122" y="7025"/>
                          <a:pt x="1687068" y="0"/>
                        </a:cubicBezTo>
                        <a:cubicBezTo>
                          <a:pt x="1863014" y="-7025"/>
                          <a:pt x="2115517" y="10569"/>
                          <a:pt x="2343150" y="0"/>
                        </a:cubicBezTo>
                        <a:cubicBezTo>
                          <a:pt x="2321506" y="159963"/>
                          <a:pt x="2362382" y="402982"/>
                          <a:pt x="2343150" y="604157"/>
                        </a:cubicBezTo>
                        <a:cubicBezTo>
                          <a:pt x="2141076" y="607864"/>
                          <a:pt x="2050834" y="606471"/>
                          <a:pt x="1780794" y="604157"/>
                        </a:cubicBezTo>
                        <a:cubicBezTo>
                          <a:pt x="1510754" y="601843"/>
                          <a:pt x="1494602" y="587522"/>
                          <a:pt x="1218438" y="604157"/>
                        </a:cubicBezTo>
                        <a:cubicBezTo>
                          <a:pt x="942274" y="620792"/>
                          <a:pt x="746794" y="581378"/>
                          <a:pt x="609219" y="604157"/>
                        </a:cubicBezTo>
                        <a:cubicBezTo>
                          <a:pt x="471644" y="626936"/>
                          <a:pt x="172612" y="606578"/>
                          <a:pt x="0" y="604157"/>
                        </a:cubicBezTo>
                        <a:cubicBezTo>
                          <a:pt x="1822" y="313980"/>
                          <a:pt x="-17584" y="271808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extLst>
                      <a:ext uri="{C807C97D-BFC1-408E-A445-0C87EB9F89A2}">
                        <ask:lineSketchStyleProps xmlns:ask="http://schemas.microsoft.com/office/drawing/2018/sketchyshapes" sd="4184400851">
                          <a:prstGeom prst="rect">
                            <a:avLst/>
                          </a:prstGeom>
                          <ask:type>
                            <ask:lineSketchFreehand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Network Layer </a:t>
                    </a:r>
                  </a:p>
                </p:txBody>
              </p:sp>
              <p:sp>
                <p:nvSpPr>
                  <p:cNvPr id="5" name="직사각형 4">
                    <a:extLst>
                      <a:ext uri="{FF2B5EF4-FFF2-40B4-BE49-F238E27FC236}">
                        <a16:creationId xmlns:a16="http://schemas.microsoft.com/office/drawing/2014/main" id="{4ED665FE-2F27-B534-7772-EB3E6DA88B4C}"/>
                      </a:ext>
                    </a:extLst>
                  </p:cNvPr>
                  <p:cNvSpPr/>
                  <p:nvPr/>
                </p:nvSpPr>
                <p:spPr>
                  <a:xfrm>
                    <a:off x="2228847" y="1381714"/>
                    <a:ext cx="2343150" cy="604157"/>
                  </a:xfrm>
                  <a:custGeom>
                    <a:avLst/>
                    <a:gdLst>
                      <a:gd name="connsiteX0" fmla="*/ 0 w 2343150"/>
                      <a:gd name="connsiteY0" fmla="*/ 0 h 604157"/>
                      <a:gd name="connsiteX1" fmla="*/ 538925 w 2343150"/>
                      <a:gd name="connsiteY1" fmla="*/ 0 h 604157"/>
                      <a:gd name="connsiteX2" fmla="*/ 1124712 w 2343150"/>
                      <a:gd name="connsiteY2" fmla="*/ 0 h 604157"/>
                      <a:gd name="connsiteX3" fmla="*/ 1757363 w 2343150"/>
                      <a:gd name="connsiteY3" fmla="*/ 0 h 604157"/>
                      <a:gd name="connsiteX4" fmla="*/ 2343150 w 2343150"/>
                      <a:gd name="connsiteY4" fmla="*/ 0 h 604157"/>
                      <a:gd name="connsiteX5" fmla="*/ 2343150 w 2343150"/>
                      <a:gd name="connsiteY5" fmla="*/ 604157 h 604157"/>
                      <a:gd name="connsiteX6" fmla="*/ 1757363 w 2343150"/>
                      <a:gd name="connsiteY6" fmla="*/ 604157 h 604157"/>
                      <a:gd name="connsiteX7" fmla="*/ 1195007 w 2343150"/>
                      <a:gd name="connsiteY7" fmla="*/ 604157 h 604157"/>
                      <a:gd name="connsiteX8" fmla="*/ 679514 w 2343150"/>
                      <a:gd name="connsiteY8" fmla="*/ 604157 h 604157"/>
                      <a:gd name="connsiteX9" fmla="*/ 0 w 2343150"/>
                      <a:gd name="connsiteY9" fmla="*/ 604157 h 604157"/>
                      <a:gd name="connsiteX10" fmla="*/ 0 w 2343150"/>
                      <a:gd name="connsiteY10" fmla="*/ 0 h 6041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343150" h="604157" fill="none" extrusionOk="0">
                        <a:moveTo>
                          <a:pt x="0" y="0"/>
                        </a:moveTo>
                        <a:cubicBezTo>
                          <a:pt x="245320" y="-9730"/>
                          <a:pt x="345220" y="-1754"/>
                          <a:pt x="538925" y="0"/>
                        </a:cubicBezTo>
                        <a:cubicBezTo>
                          <a:pt x="732630" y="1754"/>
                          <a:pt x="923563" y="-3857"/>
                          <a:pt x="1124712" y="0"/>
                        </a:cubicBezTo>
                        <a:cubicBezTo>
                          <a:pt x="1325861" y="3857"/>
                          <a:pt x="1483417" y="-28505"/>
                          <a:pt x="1757363" y="0"/>
                        </a:cubicBezTo>
                        <a:cubicBezTo>
                          <a:pt x="2031309" y="28505"/>
                          <a:pt x="2116651" y="19516"/>
                          <a:pt x="2343150" y="0"/>
                        </a:cubicBezTo>
                        <a:cubicBezTo>
                          <a:pt x="2353311" y="231148"/>
                          <a:pt x="2338039" y="473867"/>
                          <a:pt x="2343150" y="604157"/>
                        </a:cubicBezTo>
                        <a:cubicBezTo>
                          <a:pt x="2093012" y="604742"/>
                          <a:pt x="1896656" y="631657"/>
                          <a:pt x="1757363" y="604157"/>
                        </a:cubicBezTo>
                        <a:cubicBezTo>
                          <a:pt x="1618070" y="576657"/>
                          <a:pt x="1468808" y="603508"/>
                          <a:pt x="1195007" y="604157"/>
                        </a:cubicBezTo>
                        <a:cubicBezTo>
                          <a:pt x="921206" y="604806"/>
                          <a:pt x="853893" y="616692"/>
                          <a:pt x="679514" y="604157"/>
                        </a:cubicBezTo>
                        <a:cubicBezTo>
                          <a:pt x="505135" y="591622"/>
                          <a:pt x="279811" y="634450"/>
                          <a:pt x="0" y="604157"/>
                        </a:cubicBezTo>
                        <a:cubicBezTo>
                          <a:pt x="-25051" y="399836"/>
                          <a:pt x="-227" y="132133"/>
                          <a:pt x="0" y="0"/>
                        </a:cubicBezTo>
                        <a:close/>
                      </a:path>
                      <a:path w="2343150" h="604157" stroke="0" extrusionOk="0">
                        <a:moveTo>
                          <a:pt x="0" y="0"/>
                        </a:moveTo>
                        <a:cubicBezTo>
                          <a:pt x="200164" y="-6835"/>
                          <a:pt x="296714" y="-15703"/>
                          <a:pt x="562356" y="0"/>
                        </a:cubicBezTo>
                        <a:cubicBezTo>
                          <a:pt x="827998" y="15703"/>
                          <a:pt x="928657" y="-9762"/>
                          <a:pt x="1124712" y="0"/>
                        </a:cubicBezTo>
                        <a:cubicBezTo>
                          <a:pt x="1320767" y="9762"/>
                          <a:pt x="1511122" y="7025"/>
                          <a:pt x="1687068" y="0"/>
                        </a:cubicBezTo>
                        <a:cubicBezTo>
                          <a:pt x="1863014" y="-7025"/>
                          <a:pt x="2115517" y="10569"/>
                          <a:pt x="2343150" y="0"/>
                        </a:cubicBezTo>
                        <a:cubicBezTo>
                          <a:pt x="2321506" y="159963"/>
                          <a:pt x="2362382" y="402982"/>
                          <a:pt x="2343150" y="604157"/>
                        </a:cubicBezTo>
                        <a:cubicBezTo>
                          <a:pt x="2141076" y="607864"/>
                          <a:pt x="2050834" y="606471"/>
                          <a:pt x="1780794" y="604157"/>
                        </a:cubicBezTo>
                        <a:cubicBezTo>
                          <a:pt x="1510754" y="601843"/>
                          <a:pt x="1494602" y="587522"/>
                          <a:pt x="1218438" y="604157"/>
                        </a:cubicBezTo>
                        <a:cubicBezTo>
                          <a:pt x="942274" y="620792"/>
                          <a:pt x="746794" y="581378"/>
                          <a:pt x="609219" y="604157"/>
                        </a:cubicBezTo>
                        <a:cubicBezTo>
                          <a:pt x="471644" y="626936"/>
                          <a:pt x="172612" y="606578"/>
                          <a:pt x="0" y="604157"/>
                        </a:cubicBezTo>
                        <a:cubicBezTo>
                          <a:pt x="1822" y="313980"/>
                          <a:pt x="-17584" y="271808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extLst>
                      <a:ext uri="{C807C97D-BFC1-408E-A445-0C87EB9F89A2}">
                        <ask:lineSketchStyleProps xmlns:ask="http://schemas.microsoft.com/office/drawing/2018/sketchyshapes" sd="4184400851">
                          <a:prstGeom prst="rect">
                            <a:avLst/>
                          </a:prstGeom>
                          <ask:type>
                            <ask:lineSketchFreehand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Application Layer </a:t>
                    </a:r>
                  </a:p>
                </p:txBody>
              </p:sp>
              <p:sp>
                <p:nvSpPr>
                  <p:cNvPr id="11" name="직사각형 10">
                    <a:extLst>
                      <a:ext uri="{FF2B5EF4-FFF2-40B4-BE49-F238E27FC236}">
                        <a16:creationId xmlns:a16="http://schemas.microsoft.com/office/drawing/2014/main" id="{476442A2-A582-F7DE-4319-9C2F3E5BD9BF}"/>
                      </a:ext>
                    </a:extLst>
                  </p:cNvPr>
                  <p:cNvSpPr/>
                  <p:nvPr/>
                </p:nvSpPr>
                <p:spPr>
                  <a:xfrm>
                    <a:off x="2228847" y="1974599"/>
                    <a:ext cx="2343149" cy="604157"/>
                  </a:xfrm>
                  <a:custGeom>
                    <a:avLst/>
                    <a:gdLst>
                      <a:gd name="connsiteX0" fmla="*/ 0 w 2343149"/>
                      <a:gd name="connsiteY0" fmla="*/ 0 h 604157"/>
                      <a:gd name="connsiteX1" fmla="*/ 562356 w 2343149"/>
                      <a:gd name="connsiteY1" fmla="*/ 0 h 604157"/>
                      <a:gd name="connsiteX2" fmla="*/ 1171575 w 2343149"/>
                      <a:gd name="connsiteY2" fmla="*/ 0 h 604157"/>
                      <a:gd name="connsiteX3" fmla="*/ 1733930 w 2343149"/>
                      <a:gd name="connsiteY3" fmla="*/ 0 h 604157"/>
                      <a:gd name="connsiteX4" fmla="*/ 2343149 w 2343149"/>
                      <a:gd name="connsiteY4" fmla="*/ 0 h 604157"/>
                      <a:gd name="connsiteX5" fmla="*/ 2343149 w 2343149"/>
                      <a:gd name="connsiteY5" fmla="*/ 604157 h 604157"/>
                      <a:gd name="connsiteX6" fmla="*/ 1780793 w 2343149"/>
                      <a:gd name="connsiteY6" fmla="*/ 604157 h 604157"/>
                      <a:gd name="connsiteX7" fmla="*/ 1195006 w 2343149"/>
                      <a:gd name="connsiteY7" fmla="*/ 604157 h 604157"/>
                      <a:gd name="connsiteX8" fmla="*/ 585787 w 2343149"/>
                      <a:gd name="connsiteY8" fmla="*/ 604157 h 604157"/>
                      <a:gd name="connsiteX9" fmla="*/ 0 w 2343149"/>
                      <a:gd name="connsiteY9" fmla="*/ 604157 h 604157"/>
                      <a:gd name="connsiteX10" fmla="*/ 0 w 2343149"/>
                      <a:gd name="connsiteY10" fmla="*/ 0 h 6041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343149" h="604157" fill="none" extrusionOk="0">
                        <a:moveTo>
                          <a:pt x="0" y="0"/>
                        </a:moveTo>
                        <a:cubicBezTo>
                          <a:pt x="237030" y="24150"/>
                          <a:pt x="435947" y="10388"/>
                          <a:pt x="562356" y="0"/>
                        </a:cubicBezTo>
                        <a:cubicBezTo>
                          <a:pt x="688765" y="-10388"/>
                          <a:pt x="1010252" y="28575"/>
                          <a:pt x="1171575" y="0"/>
                        </a:cubicBezTo>
                        <a:cubicBezTo>
                          <a:pt x="1332898" y="-28575"/>
                          <a:pt x="1620552" y="-2259"/>
                          <a:pt x="1733930" y="0"/>
                        </a:cubicBezTo>
                        <a:cubicBezTo>
                          <a:pt x="1847308" y="2259"/>
                          <a:pt x="2075012" y="-28455"/>
                          <a:pt x="2343149" y="0"/>
                        </a:cubicBezTo>
                        <a:cubicBezTo>
                          <a:pt x="2312951" y="237467"/>
                          <a:pt x="2349021" y="317364"/>
                          <a:pt x="2343149" y="604157"/>
                        </a:cubicBezTo>
                        <a:cubicBezTo>
                          <a:pt x="2113687" y="616592"/>
                          <a:pt x="1895242" y="590443"/>
                          <a:pt x="1780793" y="604157"/>
                        </a:cubicBezTo>
                        <a:cubicBezTo>
                          <a:pt x="1666344" y="617871"/>
                          <a:pt x="1391647" y="625647"/>
                          <a:pt x="1195006" y="604157"/>
                        </a:cubicBezTo>
                        <a:cubicBezTo>
                          <a:pt x="998365" y="582667"/>
                          <a:pt x="781872" y="600452"/>
                          <a:pt x="585787" y="604157"/>
                        </a:cubicBezTo>
                        <a:cubicBezTo>
                          <a:pt x="389702" y="607862"/>
                          <a:pt x="144946" y="619164"/>
                          <a:pt x="0" y="604157"/>
                        </a:cubicBezTo>
                        <a:cubicBezTo>
                          <a:pt x="-19418" y="350753"/>
                          <a:pt x="-16713" y="274494"/>
                          <a:pt x="0" y="0"/>
                        </a:cubicBezTo>
                        <a:close/>
                      </a:path>
                      <a:path w="2343149" h="604157" stroke="0" extrusionOk="0">
                        <a:moveTo>
                          <a:pt x="0" y="0"/>
                        </a:moveTo>
                        <a:cubicBezTo>
                          <a:pt x="289083" y="1825"/>
                          <a:pt x="349040" y="7013"/>
                          <a:pt x="632650" y="0"/>
                        </a:cubicBezTo>
                        <a:cubicBezTo>
                          <a:pt x="916260" y="-7013"/>
                          <a:pt x="966460" y="20009"/>
                          <a:pt x="1148143" y="0"/>
                        </a:cubicBezTo>
                        <a:cubicBezTo>
                          <a:pt x="1329826" y="-20009"/>
                          <a:pt x="1470606" y="2809"/>
                          <a:pt x="1710499" y="0"/>
                        </a:cubicBezTo>
                        <a:cubicBezTo>
                          <a:pt x="1950392" y="-2809"/>
                          <a:pt x="2026890" y="-28720"/>
                          <a:pt x="2343149" y="0"/>
                        </a:cubicBezTo>
                        <a:cubicBezTo>
                          <a:pt x="2318613" y="162158"/>
                          <a:pt x="2326399" y="411161"/>
                          <a:pt x="2343149" y="604157"/>
                        </a:cubicBezTo>
                        <a:cubicBezTo>
                          <a:pt x="2146270" y="605640"/>
                          <a:pt x="2028404" y="619596"/>
                          <a:pt x="1804225" y="604157"/>
                        </a:cubicBezTo>
                        <a:cubicBezTo>
                          <a:pt x="1580046" y="588718"/>
                          <a:pt x="1354547" y="632852"/>
                          <a:pt x="1195006" y="604157"/>
                        </a:cubicBezTo>
                        <a:cubicBezTo>
                          <a:pt x="1035465" y="575462"/>
                          <a:pt x="757591" y="575404"/>
                          <a:pt x="585787" y="604157"/>
                        </a:cubicBezTo>
                        <a:cubicBezTo>
                          <a:pt x="413983" y="632910"/>
                          <a:pt x="246396" y="630230"/>
                          <a:pt x="0" y="604157"/>
                        </a:cubicBezTo>
                        <a:cubicBezTo>
                          <a:pt x="-9907" y="329803"/>
                          <a:pt x="27277" y="152389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extLst>
                      <a:ext uri="{C807C97D-BFC1-408E-A445-0C87EB9F89A2}">
                        <ask:lineSketchStyleProps xmlns:ask="http://schemas.microsoft.com/office/drawing/2018/sketchyshapes" sd="303592478">
                          <a:prstGeom prst="rect">
                            <a:avLst/>
                          </a:prstGeom>
                          <ask:type>
                            <ask:lineSketchFreehand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Transport Layer</a:t>
                    </a:r>
                    <a:endParaRPr lang="ko-KR" altLang="en-US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EAE49B1C-3C58-5A36-D576-800880E46A3C}"/>
                      </a:ext>
                    </a:extLst>
                  </p:cNvPr>
                  <p:cNvSpPr/>
                  <p:nvPr/>
                </p:nvSpPr>
                <p:spPr>
                  <a:xfrm>
                    <a:off x="2228848" y="3753255"/>
                    <a:ext cx="2343149" cy="604157"/>
                  </a:xfrm>
                  <a:custGeom>
                    <a:avLst/>
                    <a:gdLst>
                      <a:gd name="connsiteX0" fmla="*/ 0 w 2343149"/>
                      <a:gd name="connsiteY0" fmla="*/ 0 h 604157"/>
                      <a:gd name="connsiteX1" fmla="*/ 538924 w 2343149"/>
                      <a:gd name="connsiteY1" fmla="*/ 0 h 604157"/>
                      <a:gd name="connsiteX2" fmla="*/ 1148143 w 2343149"/>
                      <a:gd name="connsiteY2" fmla="*/ 0 h 604157"/>
                      <a:gd name="connsiteX3" fmla="*/ 1663636 w 2343149"/>
                      <a:gd name="connsiteY3" fmla="*/ 0 h 604157"/>
                      <a:gd name="connsiteX4" fmla="*/ 2343149 w 2343149"/>
                      <a:gd name="connsiteY4" fmla="*/ 0 h 604157"/>
                      <a:gd name="connsiteX5" fmla="*/ 2343149 w 2343149"/>
                      <a:gd name="connsiteY5" fmla="*/ 604157 h 604157"/>
                      <a:gd name="connsiteX6" fmla="*/ 1757362 w 2343149"/>
                      <a:gd name="connsiteY6" fmla="*/ 604157 h 604157"/>
                      <a:gd name="connsiteX7" fmla="*/ 1124712 w 2343149"/>
                      <a:gd name="connsiteY7" fmla="*/ 604157 h 604157"/>
                      <a:gd name="connsiteX8" fmla="*/ 562356 w 2343149"/>
                      <a:gd name="connsiteY8" fmla="*/ 604157 h 604157"/>
                      <a:gd name="connsiteX9" fmla="*/ 0 w 2343149"/>
                      <a:gd name="connsiteY9" fmla="*/ 604157 h 604157"/>
                      <a:gd name="connsiteX10" fmla="*/ 0 w 2343149"/>
                      <a:gd name="connsiteY10" fmla="*/ 0 h 6041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343149" h="604157" fill="none" extrusionOk="0">
                        <a:moveTo>
                          <a:pt x="0" y="0"/>
                        </a:moveTo>
                        <a:cubicBezTo>
                          <a:pt x="130012" y="3780"/>
                          <a:pt x="388661" y="26106"/>
                          <a:pt x="538924" y="0"/>
                        </a:cubicBezTo>
                        <a:cubicBezTo>
                          <a:pt x="689187" y="-26106"/>
                          <a:pt x="1025162" y="-27987"/>
                          <a:pt x="1148143" y="0"/>
                        </a:cubicBezTo>
                        <a:cubicBezTo>
                          <a:pt x="1271124" y="27987"/>
                          <a:pt x="1471564" y="-14715"/>
                          <a:pt x="1663636" y="0"/>
                        </a:cubicBezTo>
                        <a:cubicBezTo>
                          <a:pt x="1855708" y="14715"/>
                          <a:pt x="2137030" y="7165"/>
                          <a:pt x="2343149" y="0"/>
                        </a:cubicBezTo>
                        <a:cubicBezTo>
                          <a:pt x="2344951" y="217759"/>
                          <a:pt x="2343011" y="434424"/>
                          <a:pt x="2343149" y="604157"/>
                        </a:cubicBezTo>
                        <a:cubicBezTo>
                          <a:pt x="2149648" y="582467"/>
                          <a:pt x="2022667" y="611479"/>
                          <a:pt x="1757362" y="604157"/>
                        </a:cubicBezTo>
                        <a:cubicBezTo>
                          <a:pt x="1492057" y="596835"/>
                          <a:pt x="1432083" y="608844"/>
                          <a:pt x="1124712" y="604157"/>
                        </a:cubicBezTo>
                        <a:cubicBezTo>
                          <a:pt x="817341" y="599471"/>
                          <a:pt x="781819" y="624671"/>
                          <a:pt x="562356" y="604157"/>
                        </a:cubicBezTo>
                        <a:cubicBezTo>
                          <a:pt x="342893" y="583643"/>
                          <a:pt x="164518" y="588328"/>
                          <a:pt x="0" y="604157"/>
                        </a:cubicBezTo>
                        <a:cubicBezTo>
                          <a:pt x="17608" y="407665"/>
                          <a:pt x="23242" y="256982"/>
                          <a:pt x="0" y="0"/>
                        </a:cubicBezTo>
                        <a:close/>
                      </a:path>
                      <a:path w="2343149" h="604157" stroke="0" extrusionOk="0">
                        <a:moveTo>
                          <a:pt x="0" y="0"/>
                        </a:moveTo>
                        <a:cubicBezTo>
                          <a:pt x="216248" y="18192"/>
                          <a:pt x="388236" y="-18615"/>
                          <a:pt x="562356" y="0"/>
                        </a:cubicBezTo>
                        <a:cubicBezTo>
                          <a:pt x="736476" y="18615"/>
                          <a:pt x="963544" y="12643"/>
                          <a:pt x="1077849" y="0"/>
                        </a:cubicBezTo>
                        <a:cubicBezTo>
                          <a:pt x="1192154" y="-12643"/>
                          <a:pt x="1478145" y="-1597"/>
                          <a:pt x="1663636" y="0"/>
                        </a:cubicBezTo>
                        <a:cubicBezTo>
                          <a:pt x="1849127" y="1597"/>
                          <a:pt x="2036577" y="19285"/>
                          <a:pt x="2343149" y="0"/>
                        </a:cubicBezTo>
                        <a:cubicBezTo>
                          <a:pt x="2360374" y="265753"/>
                          <a:pt x="2314185" y="425498"/>
                          <a:pt x="2343149" y="604157"/>
                        </a:cubicBezTo>
                        <a:cubicBezTo>
                          <a:pt x="2154607" y="631315"/>
                          <a:pt x="1978119" y="620816"/>
                          <a:pt x="1757362" y="604157"/>
                        </a:cubicBezTo>
                        <a:cubicBezTo>
                          <a:pt x="1536605" y="587498"/>
                          <a:pt x="1417221" y="611906"/>
                          <a:pt x="1195006" y="604157"/>
                        </a:cubicBezTo>
                        <a:cubicBezTo>
                          <a:pt x="972791" y="596408"/>
                          <a:pt x="810025" y="590413"/>
                          <a:pt x="585787" y="604157"/>
                        </a:cubicBezTo>
                        <a:cubicBezTo>
                          <a:pt x="361549" y="617901"/>
                          <a:pt x="245608" y="596972"/>
                          <a:pt x="0" y="604157"/>
                        </a:cubicBezTo>
                        <a:cubicBezTo>
                          <a:pt x="-26081" y="481106"/>
                          <a:pt x="-17365" y="179196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extLst>
                      <a:ext uri="{C807C97D-BFC1-408E-A445-0C87EB9F89A2}">
                        <ask:lineSketchStyleProps xmlns:ask="http://schemas.microsoft.com/office/drawing/2018/sketchyshapes" sd="2106396086">
                          <a:prstGeom prst="rect">
                            <a:avLst/>
                          </a:prstGeom>
                          <ask:type>
                            <ask:lineSketchFreehand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Physical Layer</a:t>
                    </a:r>
                    <a:endParaRPr lang="ko-KR" altLang="en-US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  <p:sp>
                <p:nvSpPr>
                  <p:cNvPr id="7" name="직사각형 6">
                    <a:extLst>
                      <a:ext uri="{FF2B5EF4-FFF2-40B4-BE49-F238E27FC236}">
                        <a16:creationId xmlns:a16="http://schemas.microsoft.com/office/drawing/2014/main" id="{BC0085BE-11F2-A3E4-370F-DB49BB1D78F4}"/>
                      </a:ext>
                    </a:extLst>
                  </p:cNvPr>
                  <p:cNvSpPr/>
                  <p:nvPr/>
                </p:nvSpPr>
                <p:spPr>
                  <a:xfrm>
                    <a:off x="2228847" y="3171641"/>
                    <a:ext cx="2343150" cy="604157"/>
                  </a:xfrm>
                  <a:custGeom>
                    <a:avLst/>
                    <a:gdLst>
                      <a:gd name="connsiteX0" fmla="*/ 0 w 2343150"/>
                      <a:gd name="connsiteY0" fmla="*/ 0 h 604157"/>
                      <a:gd name="connsiteX1" fmla="*/ 538925 w 2343150"/>
                      <a:gd name="connsiteY1" fmla="*/ 0 h 604157"/>
                      <a:gd name="connsiteX2" fmla="*/ 1124712 w 2343150"/>
                      <a:gd name="connsiteY2" fmla="*/ 0 h 604157"/>
                      <a:gd name="connsiteX3" fmla="*/ 1757363 w 2343150"/>
                      <a:gd name="connsiteY3" fmla="*/ 0 h 604157"/>
                      <a:gd name="connsiteX4" fmla="*/ 2343150 w 2343150"/>
                      <a:gd name="connsiteY4" fmla="*/ 0 h 604157"/>
                      <a:gd name="connsiteX5" fmla="*/ 2343150 w 2343150"/>
                      <a:gd name="connsiteY5" fmla="*/ 604157 h 604157"/>
                      <a:gd name="connsiteX6" fmla="*/ 1757363 w 2343150"/>
                      <a:gd name="connsiteY6" fmla="*/ 604157 h 604157"/>
                      <a:gd name="connsiteX7" fmla="*/ 1195007 w 2343150"/>
                      <a:gd name="connsiteY7" fmla="*/ 604157 h 604157"/>
                      <a:gd name="connsiteX8" fmla="*/ 679514 w 2343150"/>
                      <a:gd name="connsiteY8" fmla="*/ 604157 h 604157"/>
                      <a:gd name="connsiteX9" fmla="*/ 0 w 2343150"/>
                      <a:gd name="connsiteY9" fmla="*/ 604157 h 604157"/>
                      <a:gd name="connsiteX10" fmla="*/ 0 w 2343150"/>
                      <a:gd name="connsiteY10" fmla="*/ 0 h 6041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343150" h="604157" fill="none" extrusionOk="0">
                        <a:moveTo>
                          <a:pt x="0" y="0"/>
                        </a:moveTo>
                        <a:cubicBezTo>
                          <a:pt x="245320" y="-9730"/>
                          <a:pt x="345220" y="-1754"/>
                          <a:pt x="538925" y="0"/>
                        </a:cubicBezTo>
                        <a:cubicBezTo>
                          <a:pt x="732630" y="1754"/>
                          <a:pt x="923563" y="-3857"/>
                          <a:pt x="1124712" y="0"/>
                        </a:cubicBezTo>
                        <a:cubicBezTo>
                          <a:pt x="1325861" y="3857"/>
                          <a:pt x="1483417" y="-28505"/>
                          <a:pt x="1757363" y="0"/>
                        </a:cubicBezTo>
                        <a:cubicBezTo>
                          <a:pt x="2031309" y="28505"/>
                          <a:pt x="2116651" y="19516"/>
                          <a:pt x="2343150" y="0"/>
                        </a:cubicBezTo>
                        <a:cubicBezTo>
                          <a:pt x="2353311" y="231148"/>
                          <a:pt x="2338039" y="473867"/>
                          <a:pt x="2343150" y="604157"/>
                        </a:cubicBezTo>
                        <a:cubicBezTo>
                          <a:pt x="2093012" y="604742"/>
                          <a:pt x="1896656" y="631657"/>
                          <a:pt x="1757363" y="604157"/>
                        </a:cubicBezTo>
                        <a:cubicBezTo>
                          <a:pt x="1618070" y="576657"/>
                          <a:pt x="1468808" y="603508"/>
                          <a:pt x="1195007" y="604157"/>
                        </a:cubicBezTo>
                        <a:cubicBezTo>
                          <a:pt x="921206" y="604806"/>
                          <a:pt x="853893" y="616692"/>
                          <a:pt x="679514" y="604157"/>
                        </a:cubicBezTo>
                        <a:cubicBezTo>
                          <a:pt x="505135" y="591622"/>
                          <a:pt x="279811" y="634450"/>
                          <a:pt x="0" y="604157"/>
                        </a:cubicBezTo>
                        <a:cubicBezTo>
                          <a:pt x="-25051" y="399836"/>
                          <a:pt x="-227" y="132133"/>
                          <a:pt x="0" y="0"/>
                        </a:cubicBezTo>
                        <a:close/>
                      </a:path>
                      <a:path w="2343150" h="604157" stroke="0" extrusionOk="0">
                        <a:moveTo>
                          <a:pt x="0" y="0"/>
                        </a:moveTo>
                        <a:cubicBezTo>
                          <a:pt x="200164" y="-6835"/>
                          <a:pt x="296714" y="-15703"/>
                          <a:pt x="562356" y="0"/>
                        </a:cubicBezTo>
                        <a:cubicBezTo>
                          <a:pt x="827998" y="15703"/>
                          <a:pt x="928657" y="-9762"/>
                          <a:pt x="1124712" y="0"/>
                        </a:cubicBezTo>
                        <a:cubicBezTo>
                          <a:pt x="1320767" y="9762"/>
                          <a:pt x="1511122" y="7025"/>
                          <a:pt x="1687068" y="0"/>
                        </a:cubicBezTo>
                        <a:cubicBezTo>
                          <a:pt x="1863014" y="-7025"/>
                          <a:pt x="2115517" y="10569"/>
                          <a:pt x="2343150" y="0"/>
                        </a:cubicBezTo>
                        <a:cubicBezTo>
                          <a:pt x="2321506" y="159963"/>
                          <a:pt x="2362382" y="402982"/>
                          <a:pt x="2343150" y="604157"/>
                        </a:cubicBezTo>
                        <a:cubicBezTo>
                          <a:pt x="2141076" y="607864"/>
                          <a:pt x="2050834" y="606471"/>
                          <a:pt x="1780794" y="604157"/>
                        </a:cubicBezTo>
                        <a:cubicBezTo>
                          <a:pt x="1510754" y="601843"/>
                          <a:pt x="1494602" y="587522"/>
                          <a:pt x="1218438" y="604157"/>
                        </a:cubicBezTo>
                        <a:cubicBezTo>
                          <a:pt x="942274" y="620792"/>
                          <a:pt x="746794" y="581378"/>
                          <a:pt x="609219" y="604157"/>
                        </a:cubicBezTo>
                        <a:cubicBezTo>
                          <a:pt x="471644" y="626936"/>
                          <a:pt x="172612" y="606578"/>
                          <a:pt x="0" y="604157"/>
                        </a:cubicBezTo>
                        <a:cubicBezTo>
                          <a:pt x="1822" y="313980"/>
                          <a:pt x="-17584" y="271808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extLst>
                      <a:ext uri="{C807C97D-BFC1-408E-A445-0C87EB9F89A2}">
                        <ask:lineSketchStyleProps xmlns:ask="http://schemas.microsoft.com/office/drawing/2018/sketchyshapes" sd="4184400851">
                          <a:prstGeom prst="rect">
                            <a:avLst/>
                          </a:prstGeom>
                          <ask:type>
                            <ask:lineSketchFreehand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Data Link Layer </a:t>
                    </a:r>
                  </a:p>
                </p:txBody>
              </p:sp>
            </p:grp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70ED1966-FAA9-0D79-0DB5-35D5696A3415}"/>
                  </a:ext>
                </a:extLst>
              </p:cNvPr>
              <p:cNvGrpSpPr/>
              <p:nvPr/>
            </p:nvGrpSpPr>
            <p:grpSpPr>
              <a:xfrm>
                <a:off x="4035878" y="1580951"/>
                <a:ext cx="1738994" cy="2740873"/>
                <a:chOff x="4041321" y="1330962"/>
                <a:chExt cx="1738994" cy="2740873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0ACFD57-6711-723E-7DB3-B2BD7E19CAE1}"/>
                    </a:ext>
                  </a:extLst>
                </p:cNvPr>
                <p:cNvSpPr txBox="1"/>
                <p:nvPr/>
              </p:nvSpPr>
              <p:spPr>
                <a:xfrm>
                  <a:off x="4041321" y="1330962"/>
                  <a:ext cx="17389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응용 계층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89A2D3-55B9-9D7A-59B6-F60FA44DFCAB}"/>
                    </a:ext>
                  </a:extLst>
                </p:cNvPr>
                <p:cNvSpPr txBox="1"/>
                <p:nvPr/>
              </p:nvSpPr>
              <p:spPr>
                <a:xfrm>
                  <a:off x="4041321" y="1921905"/>
                  <a:ext cx="17389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전송 계층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E7CF3C1-5289-0D4A-DE60-42D0E1DF1754}"/>
                    </a:ext>
                  </a:extLst>
                </p:cNvPr>
                <p:cNvSpPr txBox="1"/>
                <p:nvPr/>
              </p:nvSpPr>
              <p:spPr>
                <a:xfrm>
                  <a:off x="4041321" y="2522955"/>
                  <a:ext cx="17389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네트워크 계층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40D3203-A96C-D8DF-F1E5-45C1856FA104}"/>
                    </a:ext>
                  </a:extLst>
                </p:cNvPr>
                <p:cNvSpPr txBox="1"/>
                <p:nvPr/>
              </p:nvSpPr>
              <p:spPr>
                <a:xfrm>
                  <a:off x="4041321" y="3120889"/>
                  <a:ext cx="17389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데이터 링크 계층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18D40B6-A481-BE25-25CF-8B2720FFB699}"/>
                    </a:ext>
                  </a:extLst>
                </p:cNvPr>
                <p:cNvSpPr txBox="1"/>
                <p:nvPr/>
              </p:nvSpPr>
              <p:spPr>
                <a:xfrm>
                  <a:off x="4041321" y="3702503"/>
                  <a:ext cx="17389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물리 계층</a:t>
                  </a:r>
                </a:p>
              </p:txBody>
            </p:sp>
          </p:grpSp>
        </p:grp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2D8E0554-75AA-C942-FA1F-DEE94A210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939" y="1747141"/>
              <a:ext cx="903235" cy="9032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145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4B4F62-7407-5473-5020-3ADF5CC41730}"/>
              </a:ext>
            </a:extLst>
          </p:cNvPr>
          <p:cNvSpPr/>
          <p:nvPr/>
        </p:nvSpPr>
        <p:spPr>
          <a:xfrm>
            <a:off x="2272014" y="1219365"/>
            <a:ext cx="7647971" cy="46169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4A09CF7-78C7-8B66-4242-235E2950BE47}"/>
              </a:ext>
            </a:extLst>
          </p:cNvPr>
          <p:cNvGrpSpPr/>
          <p:nvPr/>
        </p:nvGrpSpPr>
        <p:grpSpPr>
          <a:xfrm>
            <a:off x="4924425" y="1458384"/>
            <a:ext cx="2343150" cy="3941232"/>
            <a:chOff x="1108983" y="1747141"/>
            <a:chExt cx="2343150" cy="394123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CBD1B44-0530-CF66-4DDF-908ABD37F4F1}"/>
                </a:ext>
              </a:extLst>
            </p:cNvPr>
            <p:cNvGrpSpPr/>
            <p:nvPr/>
          </p:nvGrpSpPr>
          <p:grpSpPr>
            <a:xfrm>
              <a:off x="1108983" y="2712675"/>
              <a:ext cx="2343150" cy="2975698"/>
              <a:chOff x="2228847" y="1381714"/>
              <a:chExt cx="2343150" cy="2975698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5460871-E1E1-ECCD-41DC-A83E5E91E48C}"/>
                  </a:ext>
                </a:extLst>
              </p:cNvPr>
              <p:cNvSpPr/>
              <p:nvPr/>
            </p:nvSpPr>
            <p:spPr>
              <a:xfrm>
                <a:off x="2228847" y="2571028"/>
                <a:ext cx="2343150" cy="604157"/>
              </a:xfrm>
              <a:custGeom>
                <a:avLst/>
                <a:gdLst>
                  <a:gd name="connsiteX0" fmla="*/ 0 w 2343150"/>
                  <a:gd name="connsiteY0" fmla="*/ 0 h 604157"/>
                  <a:gd name="connsiteX1" fmla="*/ 538925 w 2343150"/>
                  <a:gd name="connsiteY1" fmla="*/ 0 h 604157"/>
                  <a:gd name="connsiteX2" fmla="*/ 1124712 w 2343150"/>
                  <a:gd name="connsiteY2" fmla="*/ 0 h 604157"/>
                  <a:gd name="connsiteX3" fmla="*/ 1757363 w 2343150"/>
                  <a:gd name="connsiteY3" fmla="*/ 0 h 604157"/>
                  <a:gd name="connsiteX4" fmla="*/ 2343150 w 2343150"/>
                  <a:gd name="connsiteY4" fmla="*/ 0 h 604157"/>
                  <a:gd name="connsiteX5" fmla="*/ 2343150 w 2343150"/>
                  <a:gd name="connsiteY5" fmla="*/ 604157 h 604157"/>
                  <a:gd name="connsiteX6" fmla="*/ 1757363 w 2343150"/>
                  <a:gd name="connsiteY6" fmla="*/ 604157 h 604157"/>
                  <a:gd name="connsiteX7" fmla="*/ 1195007 w 2343150"/>
                  <a:gd name="connsiteY7" fmla="*/ 604157 h 604157"/>
                  <a:gd name="connsiteX8" fmla="*/ 679514 w 2343150"/>
                  <a:gd name="connsiteY8" fmla="*/ 604157 h 604157"/>
                  <a:gd name="connsiteX9" fmla="*/ 0 w 2343150"/>
                  <a:gd name="connsiteY9" fmla="*/ 604157 h 604157"/>
                  <a:gd name="connsiteX10" fmla="*/ 0 w 2343150"/>
                  <a:gd name="connsiteY10" fmla="*/ 0 h 60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43150" h="604157" fill="none" extrusionOk="0">
                    <a:moveTo>
                      <a:pt x="0" y="0"/>
                    </a:moveTo>
                    <a:cubicBezTo>
                      <a:pt x="245320" y="-9730"/>
                      <a:pt x="345220" y="-1754"/>
                      <a:pt x="538925" y="0"/>
                    </a:cubicBezTo>
                    <a:cubicBezTo>
                      <a:pt x="732630" y="1754"/>
                      <a:pt x="923563" y="-3857"/>
                      <a:pt x="1124712" y="0"/>
                    </a:cubicBezTo>
                    <a:cubicBezTo>
                      <a:pt x="1325861" y="3857"/>
                      <a:pt x="1483417" y="-28505"/>
                      <a:pt x="1757363" y="0"/>
                    </a:cubicBezTo>
                    <a:cubicBezTo>
                      <a:pt x="2031309" y="28505"/>
                      <a:pt x="2116651" y="19516"/>
                      <a:pt x="2343150" y="0"/>
                    </a:cubicBezTo>
                    <a:cubicBezTo>
                      <a:pt x="2353311" y="231148"/>
                      <a:pt x="2338039" y="473867"/>
                      <a:pt x="2343150" y="604157"/>
                    </a:cubicBezTo>
                    <a:cubicBezTo>
                      <a:pt x="2093012" y="604742"/>
                      <a:pt x="1896656" y="631657"/>
                      <a:pt x="1757363" y="604157"/>
                    </a:cubicBezTo>
                    <a:cubicBezTo>
                      <a:pt x="1618070" y="576657"/>
                      <a:pt x="1468808" y="603508"/>
                      <a:pt x="1195007" y="604157"/>
                    </a:cubicBezTo>
                    <a:cubicBezTo>
                      <a:pt x="921206" y="604806"/>
                      <a:pt x="853893" y="616692"/>
                      <a:pt x="679514" y="604157"/>
                    </a:cubicBezTo>
                    <a:cubicBezTo>
                      <a:pt x="505135" y="591622"/>
                      <a:pt x="279811" y="634450"/>
                      <a:pt x="0" y="604157"/>
                    </a:cubicBezTo>
                    <a:cubicBezTo>
                      <a:pt x="-25051" y="399836"/>
                      <a:pt x="-227" y="132133"/>
                      <a:pt x="0" y="0"/>
                    </a:cubicBezTo>
                    <a:close/>
                  </a:path>
                  <a:path w="2343150" h="604157" stroke="0" extrusionOk="0">
                    <a:moveTo>
                      <a:pt x="0" y="0"/>
                    </a:moveTo>
                    <a:cubicBezTo>
                      <a:pt x="200164" y="-6835"/>
                      <a:pt x="296714" y="-15703"/>
                      <a:pt x="562356" y="0"/>
                    </a:cubicBezTo>
                    <a:cubicBezTo>
                      <a:pt x="827998" y="15703"/>
                      <a:pt x="928657" y="-9762"/>
                      <a:pt x="1124712" y="0"/>
                    </a:cubicBezTo>
                    <a:cubicBezTo>
                      <a:pt x="1320767" y="9762"/>
                      <a:pt x="1511122" y="7025"/>
                      <a:pt x="1687068" y="0"/>
                    </a:cubicBezTo>
                    <a:cubicBezTo>
                      <a:pt x="1863014" y="-7025"/>
                      <a:pt x="2115517" y="10569"/>
                      <a:pt x="2343150" y="0"/>
                    </a:cubicBezTo>
                    <a:cubicBezTo>
                      <a:pt x="2321506" y="159963"/>
                      <a:pt x="2362382" y="402982"/>
                      <a:pt x="2343150" y="604157"/>
                    </a:cubicBezTo>
                    <a:cubicBezTo>
                      <a:pt x="2141076" y="607864"/>
                      <a:pt x="2050834" y="606471"/>
                      <a:pt x="1780794" y="604157"/>
                    </a:cubicBezTo>
                    <a:cubicBezTo>
                      <a:pt x="1510754" y="601843"/>
                      <a:pt x="1494602" y="587522"/>
                      <a:pt x="1218438" y="604157"/>
                    </a:cubicBezTo>
                    <a:cubicBezTo>
                      <a:pt x="942274" y="620792"/>
                      <a:pt x="746794" y="581378"/>
                      <a:pt x="609219" y="604157"/>
                    </a:cubicBezTo>
                    <a:cubicBezTo>
                      <a:pt x="471644" y="626936"/>
                      <a:pt x="172612" y="606578"/>
                      <a:pt x="0" y="604157"/>
                    </a:cubicBezTo>
                    <a:cubicBezTo>
                      <a:pt x="1822" y="313980"/>
                      <a:pt x="-17584" y="271808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4184400851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Network Layer </a:t>
                </a: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4ED665FE-2F27-B534-7772-EB3E6DA88B4C}"/>
                  </a:ext>
                </a:extLst>
              </p:cNvPr>
              <p:cNvSpPr/>
              <p:nvPr/>
            </p:nvSpPr>
            <p:spPr>
              <a:xfrm>
                <a:off x="2228847" y="1381714"/>
                <a:ext cx="2343150" cy="604157"/>
              </a:xfrm>
              <a:custGeom>
                <a:avLst/>
                <a:gdLst>
                  <a:gd name="connsiteX0" fmla="*/ 0 w 2343150"/>
                  <a:gd name="connsiteY0" fmla="*/ 0 h 604157"/>
                  <a:gd name="connsiteX1" fmla="*/ 538925 w 2343150"/>
                  <a:gd name="connsiteY1" fmla="*/ 0 h 604157"/>
                  <a:gd name="connsiteX2" fmla="*/ 1124712 w 2343150"/>
                  <a:gd name="connsiteY2" fmla="*/ 0 h 604157"/>
                  <a:gd name="connsiteX3" fmla="*/ 1757363 w 2343150"/>
                  <a:gd name="connsiteY3" fmla="*/ 0 h 604157"/>
                  <a:gd name="connsiteX4" fmla="*/ 2343150 w 2343150"/>
                  <a:gd name="connsiteY4" fmla="*/ 0 h 604157"/>
                  <a:gd name="connsiteX5" fmla="*/ 2343150 w 2343150"/>
                  <a:gd name="connsiteY5" fmla="*/ 604157 h 604157"/>
                  <a:gd name="connsiteX6" fmla="*/ 1757363 w 2343150"/>
                  <a:gd name="connsiteY6" fmla="*/ 604157 h 604157"/>
                  <a:gd name="connsiteX7" fmla="*/ 1195007 w 2343150"/>
                  <a:gd name="connsiteY7" fmla="*/ 604157 h 604157"/>
                  <a:gd name="connsiteX8" fmla="*/ 679514 w 2343150"/>
                  <a:gd name="connsiteY8" fmla="*/ 604157 h 604157"/>
                  <a:gd name="connsiteX9" fmla="*/ 0 w 2343150"/>
                  <a:gd name="connsiteY9" fmla="*/ 604157 h 604157"/>
                  <a:gd name="connsiteX10" fmla="*/ 0 w 2343150"/>
                  <a:gd name="connsiteY10" fmla="*/ 0 h 60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43150" h="604157" fill="none" extrusionOk="0">
                    <a:moveTo>
                      <a:pt x="0" y="0"/>
                    </a:moveTo>
                    <a:cubicBezTo>
                      <a:pt x="245320" y="-9730"/>
                      <a:pt x="345220" y="-1754"/>
                      <a:pt x="538925" y="0"/>
                    </a:cubicBezTo>
                    <a:cubicBezTo>
                      <a:pt x="732630" y="1754"/>
                      <a:pt x="923563" y="-3857"/>
                      <a:pt x="1124712" y="0"/>
                    </a:cubicBezTo>
                    <a:cubicBezTo>
                      <a:pt x="1325861" y="3857"/>
                      <a:pt x="1483417" y="-28505"/>
                      <a:pt x="1757363" y="0"/>
                    </a:cubicBezTo>
                    <a:cubicBezTo>
                      <a:pt x="2031309" y="28505"/>
                      <a:pt x="2116651" y="19516"/>
                      <a:pt x="2343150" y="0"/>
                    </a:cubicBezTo>
                    <a:cubicBezTo>
                      <a:pt x="2353311" y="231148"/>
                      <a:pt x="2338039" y="473867"/>
                      <a:pt x="2343150" y="604157"/>
                    </a:cubicBezTo>
                    <a:cubicBezTo>
                      <a:pt x="2093012" y="604742"/>
                      <a:pt x="1896656" y="631657"/>
                      <a:pt x="1757363" y="604157"/>
                    </a:cubicBezTo>
                    <a:cubicBezTo>
                      <a:pt x="1618070" y="576657"/>
                      <a:pt x="1468808" y="603508"/>
                      <a:pt x="1195007" y="604157"/>
                    </a:cubicBezTo>
                    <a:cubicBezTo>
                      <a:pt x="921206" y="604806"/>
                      <a:pt x="853893" y="616692"/>
                      <a:pt x="679514" y="604157"/>
                    </a:cubicBezTo>
                    <a:cubicBezTo>
                      <a:pt x="505135" y="591622"/>
                      <a:pt x="279811" y="634450"/>
                      <a:pt x="0" y="604157"/>
                    </a:cubicBezTo>
                    <a:cubicBezTo>
                      <a:pt x="-25051" y="399836"/>
                      <a:pt x="-227" y="132133"/>
                      <a:pt x="0" y="0"/>
                    </a:cubicBezTo>
                    <a:close/>
                  </a:path>
                  <a:path w="2343150" h="604157" stroke="0" extrusionOk="0">
                    <a:moveTo>
                      <a:pt x="0" y="0"/>
                    </a:moveTo>
                    <a:cubicBezTo>
                      <a:pt x="200164" y="-6835"/>
                      <a:pt x="296714" y="-15703"/>
                      <a:pt x="562356" y="0"/>
                    </a:cubicBezTo>
                    <a:cubicBezTo>
                      <a:pt x="827998" y="15703"/>
                      <a:pt x="928657" y="-9762"/>
                      <a:pt x="1124712" y="0"/>
                    </a:cubicBezTo>
                    <a:cubicBezTo>
                      <a:pt x="1320767" y="9762"/>
                      <a:pt x="1511122" y="7025"/>
                      <a:pt x="1687068" y="0"/>
                    </a:cubicBezTo>
                    <a:cubicBezTo>
                      <a:pt x="1863014" y="-7025"/>
                      <a:pt x="2115517" y="10569"/>
                      <a:pt x="2343150" y="0"/>
                    </a:cubicBezTo>
                    <a:cubicBezTo>
                      <a:pt x="2321506" y="159963"/>
                      <a:pt x="2362382" y="402982"/>
                      <a:pt x="2343150" y="604157"/>
                    </a:cubicBezTo>
                    <a:cubicBezTo>
                      <a:pt x="2141076" y="607864"/>
                      <a:pt x="2050834" y="606471"/>
                      <a:pt x="1780794" y="604157"/>
                    </a:cubicBezTo>
                    <a:cubicBezTo>
                      <a:pt x="1510754" y="601843"/>
                      <a:pt x="1494602" y="587522"/>
                      <a:pt x="1218438" y="604157"/>
                    </a:cubicBezTo>
                    <a:cubicBezTo>
                      <a:pt x="942274" y="620792"/>
                      <a:pt x="746794" y="581378"/>
                      <a:pt x="609219" y="604157"/>
                    </a:cubicBezTo>
                    <a:cubicBezTo>
                      <a:pt x="471644" y="626936"/>
                      <a:pt x="172612" y="606578"/>
                      <a:pt x="0" y="604157"/>
                    </a:cubicBezTo>
                    <a:cubicBezTo>
                      <a:pt x="1822" y="313980"/>
                      <a:pt x="-17584" y="271808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4184400851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Application Layer </a:t>
                </a: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76442A2-A582-F7DE-4319-9C2F3E5BD9BF}"/>
                  </a:ext>
                </a:extLst>
              </p:cNvPr>
              <p:cNvSpPr/>
              <p:nvPr/>
            </p:nvSpPr>
            <p:spPr>
              <a:xfrm>
                <a:off x="2228848" y="1974599"/>
                <a:ext cx="2343149" cy="604157"/>
              </a:xfrm>
              <a:custGeom>
                <a:avLst/>
                <a:gdLst>
                  <a:gd name="connsiteX0" fmla="*/ 0 w 2343149"/>
                  <a:gd name="connsiteY0" fmla="*/ 0 h 604157"/>
                  <a:gd name="connsiteX1" fmla="*/ 562356 w 2343149"/>
                  <a:gd name="connsiteY1" fmla="*/ 0 h 604157"/>
                  <a:gd name="connsiteX2" fmla="*/ 1171575 w 2343149"/>
                  <a:gd name="connsiteY2" fmla="*/ 0 h 604157"/>
                  <a:gd name="connsiteX3" fmla="*/ 1733930 w 2343149"/>
                  <a:gd name="connsiteY3" fmla="*/ 0 h 604157"/>
                  <a:gd name="connsiteX4" fmla="*/ 2343149 w 2343149"/>
                  <a:gd name="connsiteY4" fmla="*/ 0 h 604157"/>
                  <a:gd name="connsiteX5" fmla="*/ 2343149 w 2343149"/>
                  <a:gd name="connsiteY5" fmla="*/ 604157 h 604157"/>
                  <a:gd name="connsiteX6" fmla="*/ 1780793 w 2343149"/>
                  <a:gd name="connsiteY6" fmla="*/ 604157 h 604157"/>
                  <a:gd name="connsiteX7" fmla="*/ 1195006 w 2343149"/>
                  <a:gd name="connsiteY7" fmla="*/ 604157 h 604157"/>
                  <a:gd name="connsiteX8" fmla="*/ 585787 w 2343149"/>
                  <a:gd name="connsiteY8" fmla="*/ 604157 h 604157"/>
                  <a:gd name="connsiteX9" fmla="*/ 0 w 2343149"/>
                  <a:gd name="connsiteY9" fmla="*/ 604157 h 604157"/>
                  <a:gd name="connsiteX10" fmla="*/ 0 w 2343149"/>
                  <a:gd name="connsiteY10" fmla="*/ 0 h 60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43149" h="604157" fill="none" extrusionOk="0">
                    <a:moveTo>
                      <a:pt x="0" y="0"/>
                    </a:moveTo>
                    <a:cubicBezTo>
                      <a:pt x="237030" y="24150"/>
                      <a:pt x="435947" y="10388"/>
                      <a:pt x="562356" y="0"/>
                    </a:cubicBezTo>
                    <a:cubicBezTo>
                      <a:pt x="688765" y="-10388"/>
                      <a:pt x="1010252" y="28575"/>
                      <a:pt x="1171575" y="0"/>
                    </a:cubicBezTo>
                    <a:cubicBezTo>
                      <a:pt x="1332898" y="-28575"/>
                      <a:pt x="1620552" y="-2259"/>
                      <a:pt x="1733930" y="0"/>
                    </a:cubicBezTo>
                    <a:cubicBezTo>
                      <a:pt x="1847308" y="2259"/>
                      <a:pt x="2075012" y="-28455"/>
                      <a:pt x="2343149" y="0"/>
                    </a:cubicBezTo>
                    <a:cubicBezTo>
                      <a:pt x="2312951" y="237467"/>
                      <a:pt x="2349021" y="317364"/>
                      <a:pt x="2343149" y="604157"/>
                    </a:cubicBezTo>
                    <a:cubicBezTo>
                      <a:pt x="2113687" y="616592"/>
                      <a:pt x="1895242" y="590443"/>
                      <a:pt x="1780793" y="604157"/>
                    </a:cubicBezTo>
                    <a:cubicBezTo>
                      <a:pt x="1666344" y="617871"/>
                      <a:pt x="1391647" y="625647"/>
                      <a:pt x="1195006" y="604157"/>
                    </a:cubicBezTo>
                    <a:cubicBezTo>
                      <a:pt x="998365" y="582667"/>
                      <a:pt x="781872" y="600452"/>
                      <a:pt x="585787" y="604157"/>
                    </a:cubicBezTo>
                    <a:cubicBezTo>
                      <a:pt x="389702" y="607862"/>
                      <a:pt x="144946" y="619164"/>
                      <a:pt x="0" y="604157"/>
                    </a:cubicBezTo>
                    <a:cubicBezTo>
                      <a:pt x="-19418" y="350753"/>
                      <a:pt x="-16713" y="274494"/>
                      <a:pt x="0" y="0"/>
                    </a:cubicBezTo>
                    <a:close/>
                  </a:path>
                  <a:path w="2343149" h="604157" stroke="0" extrusionOk="0">
                    <a:moveTo>
                      <a:pt x="0" y="0"/>
                    </a:moveTo>
                    <a:cubicBezTo>
                      <a:pt x="289083" y="1825"/>
                      <a:pt x="349040" y="7013"/>
                      <a:pt x="632650" y="0"/>
                    </a:cubicBezTo>
                    <a:cubicBezTo>
                      <a:pt x="916260" y="-7013"/>
                      <a:pt x="966460" y="20009"/>
                      <a:pt x="1148143" y="0"/>
                    </a:cubicBezTo>
                    <a:cubicBezTo>
                      <a:pt x="1329826" y="-20009"/>
                      <a:pt x="1470606" y="2809"/>
                      <a:pt x="1710499" y="0"/>
                    </a:cubicBezTo>
                    <a:cubicBezTo>
                      <a:pt x="1950392" y="-2809"/>
                      <a:pt x="2026890" y="-28720"/>
                      <a:pt x="2343149" y="0"/>
                    </a:cubicBezTo>
                    <a:cubicBezTo>
                      <a:pt x="2318613" y="162158"/>
                      <a:pt x="2326399" y="411161"/>
                      <a:pt x="2343149" y="604157"/>
                    </a:cubicBezTo>
                    <a:cubicBezTo>
                      <a:pt x="2146270" y="605640"/>
                      <a:pt x="2028404" y="619596"/>
                      <a:pt x="1804225" y="604157"/>
                    </a:cubicBezTo>
                    <a:cubicBezTo>
                      <a:pt x="1580046" y="588718"/>
                      <a:pt x="1354547" y="632852"/>
                      <a:pt x="1195006" y="604157"/>
                    </a:cubicBezTo>
                    <a:cubicBezTo>
                      <a:pt x="1035465" y="575462"/>
                      <a:pt x="757591" y="575404"/>
                      <a:pt x="585787" y="604157"/>
                    </a:cubicBezTo>
                    <a:cubicBezTo>
                      <a:pt x="413983" y="632910"/>
                      <a:pt x="246396" y="630230"/>
                      <a:pt x="0" y="604157"/>
                    </a:cubicBezTo>
                    <a:cubicBezTo>
                      <a:pt x="-9907" y="329803"/>
                      <a:pt x="27277" y="152389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303592478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Transport Layer</a:t>
                </a:r>
                <a:endParaRPr lang="ko-KR" altLang="en-US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AE49B1C-3C58-5A36-D576-800880E46A3C}"/>
                  </a:ext>
                </a:extLst>
              </p:cNvPr>
              <p:cNvSpPr/>
              <p:nvPr/>
            </p:nvSpPr>
            <p:spPr>
              <a:xfrm>
                <a:off x="2228848" y="3753255"/>
                <a:ext cx="2343149" cy="604157"/>
              </a:xfrm>
              <a:custGeom>
                <a:avLst/>
                <a:gdLst>
                  <a:gd name="connsiteX0" fmla="*/ 0 w 2343149"/>
                  <a:gd name="connsiteY0" fmla="*/ 0 h 604157"/>
                  <a:gd name="connsiteX1" fmla="*/ 538924 w 2343149"/>
                  <a:gd name="connsiteY1" fmla="*/ 0 h 604157"/>
                  <a:gd name="connsiteX2" fmla="*/ 1148143 w 2343149"/>
                  <a:gd name="connsiteY2" fmla="*/ 0 h 604157"/>
                  <a:gd name="connsiteX3" fmla="*/ 1663636 w 2343149"/>
                  <a:gd name="connsiteY3" fmla="*/ 0 h 604157"/>
                  <a:gd name="connsiteX4" fmla="*/ 2343149 w 2343149"/>
                  <a:gd name="connsiteY4" fmla="*/ 0 h 604157"/>
                  <a:gd name="connsiteX5" fmla="*/ 2343149 w 2343149"/>
                  <a:gd name="connsiteY5" fmla="*/ 604157 h 604157"/>
                  <a:gd name="connsiteX6" fmla="*/ 1757362 w 2343149"/>
                  <a:gd name="connsiteY6" fmla="*/ 604157 h 604157"/>
                  <a:gd name="connsiteX7" fmla="*/ 1124712 w 2343149"/>
                  <a:gd name="connsiteY7" fmla="*/ 604157 h 604157"/>
                  <a:gd name="connsiteX8" fmla="*/ 562356 w 2343149"/>
                  <a:gd name="connsiteY8" fmla="*/ 604157 h 604157"/>
                  <a:gd name="connsiteX9" fmla="*/ 0 w 2343149"/>
                  <a:gd name="connsiteY9" fmla="*/ 604157 h 604157"/>
                  <a:gd name="connsiteX10" fmla="*/ 0 w 2343149"/>
                  <a:gd name="connsiteY10" fmla="*/ 0 h 60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43149" h="604157" fill="none" extrusionOk="0">
                    <a:moveTo>
                      <a:pt x="0" y="0"/>
                    </a:moveTo>
                    <a:cubicBezTo>
                      <a:pt x="130012" y="3780"/>
                      <a:pt x="388661" y="26106"/>
                      <a:pt x="538924" y="0"/>
                    </a:cubicBezTo>
                    <a:cubicBezTo>
                      <a:pt x="689187" y="-26106"/>
                      <a:pt x="1025162" y="-27987"/>
                      <a:pt x="1148143" y="0"/>
                    </a:cubicBezTo>
                    <a:cubicBezTo>
                      <a:pt x="1271124" y="27987"/>
                      <a:pt x="1471564" y="-14715"/>
                      <a:pt x="1663636" y="0"/>
                    </a:cubicBezTo>
                    <a:cubicBezTo>
                      <a:pt x="1855708" y="14715"/>
                      <a:pt x="2137030" y="7165"/>
                      <a:pt x="2343149" y="0"/>
                    </a:cubicBezTo>
                    <a:cubicBezTo>
                      <a:pt x="2344951" y="217759"/>
                      <a:pt x="2343011" y="434424"/>
                      <a:pt x="2343149" y="604157"/>
                    </a:cubicBezTo>
                    <a:cubicBezTo>
                      <a:pt x="2149648" y="582467"/>
                      <a:pt x="2022667" y="611479"/>
                      <a:pt x="1757362" y="604157"/>
                    </a:cubicBezTo>
                    <a:cubicBezTo>
                      <a:pt x="1492057" y="596835"/>
                      <a:pt x="1432083" y="608844"/>
                      <a:pt x="1124712" y="604157"/>
                    </a:cubicBezTo>
                    <a:cubicBezTo>
                      <a:pt x="817341" y="599471"/>
                      <a:pt x="781819" y="624671"/>
                      <a:pt x="562356" y="604157"/>
                    </a:cubicBezTo>
                    <a:cubicBezTo>
                      <a:pt x="342893" y="583643"/>
                      <a:pt x="164518" y="588328"/>
                      <a:pt x="0" y="604157"/>
                    </a:cubicBezTo>
                    <a:cubicBezTo>
                      <a:pt x="17608" y="407665"/>
                      <a:pt x="23242" y="256982"/>
                      <a:pt x="0" y="0"/>
                    </a:cubicBezTo>
                    <a:close/>
                  </a:path>
                  <a:path w="2343149" h="604157" stroke="0" extrusionOk="0">
                    <a:moveTo>
                      <a:pt x="0" y="0"/>
                    </a:moveTo>
                    <a:cubicBezTo>
                      <a:pt x="216248" y="18192"/>
                      <a:pt x="388236" y="-18615"/>
                      <a:pt x="562356" y="0"/>
                    </a:cubicBezTo>
                    <a:cubicBezTo>
                      <a:pt x="736476" y="18615"/>
                      <a:pt x="963544" y="12643"/>
                      <a:pt x="1077849" y="0"/>
                    </a:cubicBezTo>
                    <a:cubicBezTo>
                      <a:pt x="1192154" y="-12643"/>
                      <a:pt x="1478145" y="-1597"/>
                      <a:pt x="1663636" y="0"/>
                    </a:cubicBezTo>
                    <a:cubicBezTo>
                      <a:pt x="1849127" y="1597"/>
                      <a:pt x="2036577" y="19285"/>
                      <a:pt x="2343149" y="0"/>
                    </a:cubicBezTo>
                    <a:cubicBezTo>
                      <a:pt x="2360374" y="265753"/>
                      <a:pt x="2314185" y="425498"/>
                      <a:pt x="2343149" y="604157"/>
                    </a:cubicBezTo>
                    <a:cubicBezTo>
                      <a:pt x="2154607" y="631315"/>
                      <a:pt x="1978119" y="620816"/>
                      <a:pt x="1757362" y="604157"/>
                    </a:cubicBezTo>
                    <a:cubicBezTo>
                      <a:pt x="1536605" y="587498"/>
                      <a:pt x="1417221" y="611906"/>
                      <a:pt x="1195006" y="604157"/>
                    </a:cubicBezTo>
                    <a:cubicBezTo>
                      <a:pt x="972791" y="596408"/>
                      <a:pt x="810025" y="590413"/>
                      <a:pt x="585787" y="604157"/>
                    </a:cubicBezTo>
                    <a:cubicBezTo>
                      <a:pt x="361549" y="617901"/>
                      <a:pt x="245608" y="596972"/>
                      <a:pt x="0" y="604157"/>
                    </a:cubicBezTo>
                    <a:cubicBezTo>
                      <a:pt x="-26081" y="481106"/>
                      <a:pt x="-17365" y="179196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106396086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Physical Layer</a:t>
                </a:r>
                <a:endParaRPr lang="ko-KR" altLang="en-US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C0085BE-11F2-A3E4-370F-DB49BB1D78F4}"/>
                  </a:ext>
                </a:extLst>
              </p:cNvPr>
              <p:cNvSpPr/>
              <p:nvPr/>
            </p:nvSpPr>
            <p:spPr>
              <a:xfrm>
                <a:off x="2228847" y="3171641"/>
                <a:ext cx="2343150" cy="604157"/>
              </a:xfrm>
              <a:custGeom>
                <a:avLst/>
                <a:gdLst>
                  <a:gd name="connsiteX0" fmla="*/ 0 w 2343150"/>
                  <a:gd name="connsiteY0" fmla="*/ 0 h 604157"/>
                  <a:gd name="connsiteX1" fmla="*/ 538925 w 2343150"/>
                  <a:gd name="connsiteY1" fmla="*/ 0 h 604157"/>
                  <a:gd name="connsiteX2" fmla="*/ 1124712 w 2343150"/>
                  <a:gd name="connsiteY2" fmla="*/ 0 h 604157"/>
                  <a:gd name="connsiteX3" fmla="*/ 1757363 w 2343150"/>
                  <a:gd name="connsiteY3" fmla="*/ 0 h 604157"/>
                  <a:gd name="connsiteX4" fmla="*/ 2343150 w 2343150"/>
                  <a:gd name="connsiteY4" fmla="*/ 0 h 604157"/>
                  <a:gd name="connsiteX5" fmla="*/ 2343150 w 2343150"/>
                  <a:gd name="connsiteY5" fmla="*/ 604157 h 604157"/>
                  <a:gd name="connsiteX6" fmla="*/ 1757363 w 2343150"/>
                  <a:gd name="connsiteY6" fmla="*/ 604157 h 604157"/>
                  <a:gd name="connsiteX7" fmla="*/ 1195007 w 2343150"/>
                  <a:gd name="connsiteY7" fmla="*/ 604157 h 604157"/>
                  <a:gd name="connsiteX8" fmla="*/ 679514 w 2343150"/>
                  <a:gd name="connsiteY8" fmla="*/ 604157 h 604157"/>
                  <a:gd name="connsiteX9" fmla="*/ 0 w 2343150"/>
                  <a:gd name="connsiteY9" fmla="*/ 604157 h 604157"/>
                  <a:gd name="connsiteX10" fmla="*/ 0 w 2343150"/>
                  <a:gd name="connsiteY10" fmla="*/ 0 h 60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43150" h="604157" fill="none" extrusionOk="0">
                    <a:moveTo>
                      <a:pt x="0" y="0"/>
                    </a:moveTo>
                    <a:cubicBezTo>
                      <a:pt x="245320" y="-9730"/>
                      <a:pt x="345220" y="-1754"/>
                      <a:pt x="538925" y="0"/>
                    </a:cubicBezTo>
                    <a:cubicBezTo>
                      <a:pt x="732630" y="1754"/>
                      <a:pt x="923563" y="-3857"/>
                      <a:pt x="1124712" y="0"/>
                    </a:cubicBezTo>
                    <a:cubicBezTo>
                      <a:pt x="1325861" y="3857"/>
                      <a:pt x="1483417" y="-28505"/>
                      <a:pt x="1757363" y="0"/>
                    </a:cubicBezTo>
                    <a:cubicBezTo>
                      <a:pt x="2031309" y="28505"/>
                      <a:pt x="2116651" y="19516"/>
                      <a:pt x="2343150" y="0"/>
                    </a:cubicBezTo>
                    <a:cubicBezTo>
                      <a:pt x="2353311" y="231148"/>
                      <a:pt x="2338039" y="473867"/>
                      <a:pt x="2343150" y="604157"/>
                    </a:cubicBezTo>
                    <a:cubicBezTo>
                      <a:pt x="2093012" y="604742"/>
                      <a:pt x="1896656" y="631657"/>
                      <a:pt x="1757363" y="604157"/>
                    </a:cubicBezTo>
                    <a:cubicBezTo>
                      <a:pt x="1618070" y="576657"/>
                      <a:pt x="1468808" y="603508"/>
                      <a:pt x="1195007" y="604157"/>
                    </a:cubicBezTo>
                    <a:cubicBezTo>
                      <a:pt x="921206" y="604806"/>
                      <a:pt x="853893" y="616692"/>
                      <a:pt x="679514" y="604157"/>
                    </a:cubicBezTo>
                    <a:cubicBezTo>
                      <a:pt x="505135" y="591622"/>
                      <a:pt x="279811" y="634450"/>
                      <a:pt x="0" y="604157"/>
                    </a:cubicBezTo>
                    <a:cubicBezTo>
                      <a:pt x="-25051" y="399836"/>
                      <a:pt x="-227" y="132133"/>
                      <a:pt x="0" y="0"/>
                    </a:cubicBezTo>
                    <a:close/>
                  </a:path>
                  <a:path w="2343150" h="604157" stroke="0" extrusionOk="0">
                    <a:moveTo>
                      <a:pt x="0" y="0"/>
                    </a:moveTo>
                    <a:cubicBezTo>
                      <a:pt x="200164" y="-6835"/>
                      <a:pt x="296714" y="-15703"/>
                      <a:pt x="562356" y="0"/>
                    </a:cubicBezTo>
                    <a:cubicBezTo>
                      <a:pt x="827998" y="15703"/>
                      <a:pt x="928657" y="-9762"/>
                      <a:pt x="1124712" y="0"/>
                    </a:cubicBezTo>
                    <a:cubicBezTo>
                      <a:pt x="1320767" y="9762"/>
                      <a:pt x="1511122" y="7025"/>
                      <a:pt x="1687068" y="0"/>
                    </a:cubicBezTo>
                    <a:cubicBezTo>
                      <a:pt x="1863014" y="-7025"/>
                      <a:pt x="2115517" y="10569"/>
                      <a:pt x="2343150" y="0"/>
                    </a:cubicBezTo>
                    <a:cubicBezTo>
                      <a:pt x="2321506" y="159963"/>
                      <a:pt x="2362382" y="402982"/>
                      <a:pt x="2343150" y="604157"/>
                    </a:cubicBezTo>
                    <a:cubicBezTo>
                      <a:pt x="2141076" y="607864"/>
                      <a:pt x="2050834" y="606471"/>
                      <a:pt x="1780794" y="604157"/>
                    </a:cubicBezTo>
                    <a:cubicBezTo>
                      <a:pt x="1510754" y="601843"/>
                      <a:pt x="1494602" y="587522"/>
                      <a:pt x="1218438" y="604157"/>
                    </a:cubicBezTo>
                    <a:cubicBezTo>
                      <a:pt x="942274" y="620792"/>
                      <a:pt x="746794" y="581378"/>
                      <a:pt x="609219" y="604157"/>
                    </a:cubicBezTo>
                    <a:cubicBezTo>
                      <a:pt x="471644" y="626936"/>
                      <a:pt x="172612" y="606578"/>
                      <a:pt x="0" y="604157"/>
                    </a:cubicBezTo>
                    <a:cubicBezTo>
                      <a:pt x="1822" y="313980"/>
                      <a:pt x="-17584" y="271808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4184400851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Data Link Layer </a:t>
                </a:r>
              </a:p>
            </p:txBody>
          </p:sp>
        </p:grp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2D8E0554-75AA-C942-FA1F-DEE94A210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941" y="1747141"/>
              <a:ext cx="903235" cy="903235"/>
            </a:xfrm>
            <a:prstGeom prst="rect">
              <a:avLst/>
            </a:prstGeom>
          </p:spPr>
        </p:pic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35972F3-4CCA-4A96-7037-F6D0839D63E5}"/>
              </a:ext>
            </a:extLst>
          </p:cNvPr>
          <p:cNvCxnSpPr>
            <a:cxnSpLocks/>
          </p:cNvCxnSpPr>
          <p:nvPr/>
        </p:nvCxnSpPr>
        <p:spPr>
          <a:xfrm>
            <a:off x="4735287" y="2438121"/>
            <a:ext cx="0" cy="2961495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6EBCF41-FB6A-C5EA-D4F0-E879B9400088}"/>
              </a:ext>
            </a:extLst>
          </p:cNvPr>
          <p:cNvCxnSpPr>
            <a:cxnSpLocks/>
          </p:cNvCxnSpPr>
          <p:nvPr/>
        </p:nvCxnSpPr>
        <p:spPr>
          <a:xfrm flipV="1">
            <a:off x="7418614" y="2438121"/>
            <a:ext cx="0" cy="2961495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AAD5D179-7FB4-DEF8-9C8E-EFB1947A19E7}"/>
              </a:ext>
            </a:extLst>
          </p:cNvPr>
          <p:cNvGrpSpPr/>
          <p:nvPr/>
        </p:nvGrpSpPr>
        <p:grpSpPr>
          <a:xfrm>
            <a:off x="2647581" y="2580127"/>
            <a:ext cx="1921519" cy="2115227"/>
            <a:chOff x="2647581" y="2580127"/>
            <a:chExt cx="1921519" cy="21152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F2536EFF-0E0A-EEBB-446E-88448F75634C}"/>
                    </a:ext>
                  </a:extLst>
                </p:cNvPr>
                <p:cNvSpPr/>
                <p:nvPr/>
              </p:nvSpPr>
              <p:spPr>
                <a:xfrm>
                  <a:off x="3789476" y="2580127"/>
                  <a:ext cx="385768" cy="342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𝑀</m:t>
                        </m:r>
                      </m:oMath>
                    </m:oMathPara>
                  </a14:m>
                  <a:endParaRPr lang="ko-KR" altLang="en-US" sz="1500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mc:Choice>
          <mc:Fallback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F2536EFF-0E0A-EEBB-446E-88448F7563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9476" y="2580127"/>
                  <a:ext cx="385768" cy="3420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311A68BF-F2AB-8008-643D-A23EBCD67315}"/>
                </a:ext>
              </a:extLst>
            </p:cNvPr>
            <p:cNvGrpSpPr/>
            <p:nvPr/>
          </p:nvGrpSpPr>
          <p:grpSpPr>
            <a:xfrm>
              <a:off x="3421053" y="3185792"/>
              <a:ext cx="770040" cy="342025"/>
              <a:chOff x="3422198" y="3185792"/>
              <a:chExt cx="770040" cy="34202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직사각형 29">
                    <a:extLst>
                      <a:ext uri="{FF2B5EF4-FFF2-40B4-BE49-F238E27FC236}">
                        <a16:creationId xmlns:a16="http://schemas.microsoft.com/office/drawing/2014/main" id="{BF022CF2-9BD9-B385-781F-9125D2496BBD}"/>
                      </a:ext>
                    </a:extLst>
                  </p:cNvPr>
                  <p:cNvSpPr/>
                  <p:nvPr/>
                </p:nvSpPr>
                <p:spPr>
                  <a:xfrm>
                    <a:off x="3422198" y="3185792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altLang="ko-KR" sz="1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1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30" name="직사각형 29">
                    <a:extLst>
                      <a:ext uri="{FF2B5EF4-FFF2-40B4-BE49-F238E27FC236}">
                        <a16:creationId xmlns:a16="http://schemas.microsoft.com/office/drawing/2014/main" id="{BF022CF2-9BD9-B385-781F-9125D2496BB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2198" y="3185792"/>
                    <a:ext cx="385768" cy="34202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48E13D62-C2CE-9C8D-58C2-CC0A3097C72C}"/>
                      </a:ext>
                    </a:extLst>
                  </p:cNvPr>
                  <p:cNvSpPr/>
                  <p:nvPr/>
                </p:nvSpPr>
                <p:spPr>
                  <a:xfrm>
                    <a:off x="3806470" y="3185792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𝑀</m:t>
                          </m:r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48E13D62-C2CE-9C8D-58C2-CC0A3097C72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6470" y="3185792"/>
                    <a:ext cx="385768" cy="3420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641DD510-B35A-E3E5-A3AE-490C62788C9B}"/>
                </a:ext>
              </a:extLst>
            </p:cNvPr>
            <p:cNvGrpSpPr/>
            <p:nvPr/>
          </p:nvGrpSpPr>
          <p:grpSpPr>
            <a:xfrm>
              <a:off x="3021287" y="3744297"/>
              <a:ext cx="1158295" cy="342025"/>
              <a:chOff x="3033943" y="3768049"/>
              <a:chExt cx="1158295" cy="342025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37D35E44-CBF9-C934-E9E0-654B4284D3A0}"/>
                  </a:ext>
                </a:extLst>
              </p:cNvPr>
              <p:cNvGrpSpPr/>
              <p:nvPr/>
            </p:nvGrpSpPr>
            <p:grpSpPr>
              <a:xfrm>
                <a:off x="3033943" y="3768049"/>
                <a:ext cx="772328" cy="342025"/>
                <a:chOff x="3112513" y="3756997"/>
                <a:chExt cx="772328" cy="342025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0" name="직사각형 39">
                      <a:extLst>
                        <a:ext uri="{FF2B5EF4-FFF2-40B4-BE49-F238E27FC236}">
                          <a16:creationId xmlns:a16="http://schemas.microsoft.com/office/drawing/2014/main" id="{662DB2FA-E45D-2FCC-CA88-969D7B0165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9073" y="3756997"/>
                      <a:ext cx="385768" cy="34202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5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p:txBody>
                </p:sp>
              </mc:Choice>
              <mc:Fallback>
                <p:sp>
                  <p:nvSpPr>
                    <p:cNvPr id="40" name="직사각형 39">
                      <a:extLst>
                        <a:ext uri="{FF2B5EF4-FFF2-40B4-BE49-F238E27FC236}">
                          <a16:creationId xmlns:a16="http://schemas.microsoft.com/office/drawing/2014/main" id="{662DB2FA-E45D-2FCC-CA88-969D7B01650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99073" y="3756997"/>
                      <a:ext cx="385768" cy="34202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1" name="직사각형 40">
                      <a:extLst>
                        <a:ext uri="{FF2B5EF4-FFF2-40B4-BE49-F238E27FC236}">
                          <a16:creationId xmlns:a16="http://schemas.microsoft.com/office/drawing/2014/main" id="{114D8C88-B4D5-E9F3-BEAE-2AAAB7BEAF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2513" y="3756997"/>
                      <a:ext cx="385768" cy="34202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altLang="ko-KR" sz="15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ko-KR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𝐼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5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p:txBody>
                </p:sp>
              </mc:Choice>
              <mc:Fallback>
                <p:sp>
                  <p:nvSpPr>
                    <p:cNvPr id="41" name="직사각형 40">
                      <a:extLst>
                        <a:ext uri="{FF2B5EF4-FFF2-40B4-BE49-F238E27FC236}">
                          <a16:creationId xmlns:a16="http://schemas.microsoft.com/office/drawing/2014/main" id="{114D8C88-B4D5-E9F3-BEAE-2AAAB7BEAF9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12513" y="3756997"/>
                      <a:ext cx="385768" cy="34202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2" name="직사각형 101">
                    <a:extLst>
                      <a:ext uri="{FF2B5EF4-FFF2-40B4-BE49-F238E27FC236}">
                        <a16:creationId xmlns:a16="http://schemas.microsoft.com/office/drawing/2014/main" id="{F09F2BD7-17E7-36EC-5F44-700453514989}"/>
                      </a:ext>
                    </a:extLst>
                  </p:cNvPr>
                  <p:cNvSpPr/>
                  <p:nvPr/>
                </p:nvSpPr>
                <p:spPr>
                  <a:xfrm>
                    <a:off x="3806470" y="3768049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𝑀</m:t>
                          </m:r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102" name="직사각형 101">
                    <a:extLst>
                      <a:ext uri="{FF2B5EF4-FFF2-40B4-BE49-F238E27FC236}">
                        <a16:creationId xmlns:a16="http://schemas.microsoft.com/office/drawing/2014/main" id="{F09F2BD7-17E7-36EC-5F44-70045351498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6470" y="3768049"/>
                    <a:ext cx="385768" cy="34202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F4921403-0B04-2234-BDC4-47A640089B07}"/>
                </a:ext>
              </a:extLst>
            </p:cNvPr>
            <p:cNvGrpSpPr/>
            <p:nvPr/>
          </p:nvGrpSpPr>
          <p:grpSpPr>
            <a:xfrm>
              <a:off x="2647581" y="4353329"/>
              <a:ext cx="1921519" cy="342025"/>
              <a:chOff x="2647581" y="4381260"/>
              <a:chExt cx="1921519" cy="342025"/>
            </a:xfrm>
          </p:grpSpPr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0201167F-A456-D7F2-0488-66F897939812}"/>
                  </a:ext>
                </a:extLst>
              </p:cNvPr>
              <p:cNvGrpSpPr/>
              <p:nvPr/>
            </p:nvGrpSpPr>
            <p:grpSpPr>
              <a:xfrm>
                <a:off x="2647581" y="4381260"/>
                <a:ext cx="1158492" cy="342025"/>
                <a:chOff x="2722499" y="4344910"/>
                <a:chExt cx="1158492" cy="342025"/>
              </a:xfrm>
            </p:grpSpPr>
            <p:grpSp>
              <p:nvGrpSpPr>
                <p:cNvPr id="49" name="그룹 48">
                  <a:extLst>
                    <a:ext uri="{FF2B5EF4-FFF2-40B4-BE49-F238E27FC236}">
                      <a16:creationId xmlns:a16="http://schemas.microsoft.com/office/drawing/2014/main" id="{A7F41847-FA62-BCDF-27DF-99A07A7C3FA1}"/>
                    </a:ext>
                  </a:extLst>
                </p:cNvPr>
                <p:cNvGrpSpPr/>
                <p:nvPr/>
              </p:nvGrpSpPr>
              <p:grpSpPr>
                <a:xfrm>
                  <a:off x="3108663" y="4344910"/>
                  <a:ext cx="772328" cy="342025"/>
                  <a:chOff x="3109338" y="3756997"/>
                  <a:chExt cx="772328" cy="342025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3" name="직사각형 52">
                        <a:extLst>
                          <a:ext uri="{FF2B5EF4-FFF2-40B4-BE49-F238E27FC236}">
                            <a16:creationId xmlns:a16="http://schemas.microsoft.com/office/drawing/2014/main" id="{101D9C26-134E-1C43-03CF-81F7FF295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95898" y="3756997"/>
                        <a:ext cx="385768" cy="342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right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altLang="ko-KR" sz="1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sz="1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5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3" name="직사각형 52">
                        <a:extLst>
                          <a:ext uri="{FF2B5EF4-FFF2-40B4-BE49-F238E27FC236}">
                            <a16:creationId xmlns:a16="http://schemas.microsoft.com/office/drawing/2014/main" id="{101D9C26-134E-1C43-03CF-81F7FF295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495898" y="3756997"/>
                        <a:ext cx="385768" cy="342025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1" name="직사각형 50">
                        <a:extLst>
                          <a:ext uri="{FF2B5EF4-FFF2-40B4-BE49-F238E27FC236}">
                            <a16:creationId xmlns:a16="http://schemas.microsoft.com/office/drawing/2014/main" id="{36209CD2-3C0D-D792-D420-15EECD870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09338" y="3756997"/>
                        <a:ext cx="385768" cy="342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right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altLang="ko-KR" sz="1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𝐼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5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1" name="직사각형 50">
                        <a:extLst>
                          <a:ext uri="{FF2B5EF4-FFF2-40B4-BE49-F238E27FC236}">
                            <a16:creationId xmlns:a16="http://schemas.microsoft.com/office/drawing/2014/main" id="{36209CD2-3C0D-D792-D420-15EECD870DA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09338" y="3756997"/>
                        <a:ext cx="385768" cy="342025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6ADB09E0-F481-F0A6-738C-04FBB0764C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2499" y="4344910"/>
                      <a:ext cx="385768" cy="34202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altLang="ko-KR" sz="15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ko-KR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𝐸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5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p:txBody>
                </p:sp>
              </mc:Choice>
              <mc:Fallback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6ADB09E0-F481-F0A6-738C-04FBB0764C3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2499" y="4344910"/>
                      <a:ext cx="385768" cy="342025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직사각형 55">
                    <a:extLst>
                      <a:ext uri="{FF2B5EF4-FFF2-40B4-BE49-F238E27FC236}">
                        <a16:creationId xmlns:a16="http://schemas.microsoft.com/office/drawing/2014/main" id="{8F464E5A-6126-50E4-9E9C-695E432A3BF7}"/>
                      </a:ext>
                    </a:extLst>
                  </p:cNvPr>
                  <p:cNvSpPr/>
                  <p:nvPr/>
                </p:nvSpPr>
                <p:spPr>
                  <a:xfrm>
                    <a:off x="4183332" y="4381260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𝑇</m:t>
                          </m:r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56" name="직사각형 55">
                    <a:extLst>
                      <a:ext uri="{FF2B5EF4-FFF2-40B4-BE49-F238E27FC236}">
                        <a16:creationId xmlns:a16="http://schemas.microsoft.com/office/drawing/2014/main" id="{8F464E5A-6126-50E4-9E9C-695E432A3BF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3332" y="4381260"/>
                    <a:ext cx="385768" cy="34202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4" name="직사각형 103">
                    <a:extLst>
                      <a:ext uri="{FF2B5EF4-FFF2-40B4-BE49-F238E27FC236}">
                        <a16:creationId xmlns:a16="http://schemas.microsoft.com/office/drawing/2014/main" id="{25CE30AB-7907-E195-4323-99EEAE7A5068}"/>
                      </a:ext>
                    </a:extLst>
                  </p:cNvPr>
                  <p:cNvSpPr/>
                  <p:nvPr/>
                </p:nvSpPr>
                <p:spPr>
                  <a:xfrm>
                    <a:off x="3806470" y="4381260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𝑀</m:t>
                          </m:r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104" name="직사각형 103">
                    <a:extLst>
                      <a:ext uri="{FF2B5EF4-FFF2-40B4-BE49-F238E27FC236}">
                        <a16:creationId xmlns:a16="http://schemas.microsoft.com/office/drawing/2014/main" id="{25CE30AB-7907-E195-4323-99EEAE7A50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6470" y="4381260"/>
                    <a:ext cx="385768" cy="34202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6C4E1777-9380-42D2-338A-AE7F394C9E68}"/>
              </a:ext>
            </a:extLst>
          </p:cNvPr>
          <p:cNvGrpSpPr/>
          <p:nvPr/>
        </p:nvGrpSpPr>
        <p:grpSpPr>
          <a:xfrm flipH="1">
            <a:off x="7622900" y="2580127"/>
            <a:ext cx="1921519" cy="2115227"/>
            <a:chOff x="2647581" y="2580127"/>
            <a:chExt cx="1921519" cy="21152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직사각형 107">
                  <a:extLst>
                    <a:ext uri="{FF2B5EF4-FFF2-40B4-BE49-F238E27FC236}">
                      <a16:creationId xmlns:a16="http://schemas.microsoft.com/office/drawing/2014/main" id="{C98DDA78-7175-C847-4F84-F5555FE84CEE}"/>
                    </a:ext>
                  </a:extLst>
                </p:cNvPr>
                <p:cNvSpPr/>
                <p:nvPr/>
              </p:nvSpPr>
              <p:spPr>
                <a:xfrm>
                  <a:off x="3789476" y="2580127"/>
                  <a:ext cx="385768" cy="342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𝑀</m:t>
                        </m:r>
                      </m:oMath>
                    </m:oMathPara>
                  </a14:m>
                  <a:endParaRPr lang="ko-KR" altLang="en-US" sz="1500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mc:Choice>
          <mc:Fallback>
            <p:sp>
              <p:nvSpPr>
                <p:cNvPr id="108" name="직사각형 107">
                  <a:extLst>
                    <a:ext uri="{FF2B5EF4-FFF2-40B4-BE49-F238E27FC236}">
                      <a16:creationId xmlns:a16="http://schemas.microsoft.com/office/drawing/2014/main" id="{C98DDA78-7175-C847-4F84-F5555FE84C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9476" y="2580127"/>
                  <a:ext cx="385768" cy="34202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49E83FEF-6052-885F-70BD-497E9E1B3163}"/>
                </a:ext>
              </a:extLst>
            </p:cNvPr>
            <p:cNvGrpSpPr/>
            <p:nvPr/>
          </p:nvGrpSpPr>
          <p:grpSpPr>
            <a:xfrm>
              <a:off x="3421053" y="3185792"/>
              <a:ext cx="770040" cy="342025"/>
              <a:chOff x="3422198" y="3185792"/>
              <a:chExt cx="770040" cy="34202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3" name="직사각형 122">
                    <a:extLst>
                      <a:ext uri="{FF2B5EF4-FFF2-40B4-BE49-F238E27FC236}">
                        <a16:creationId xmlns:a16="http://schemas.microsoft.com/office/drawing/2014/main" id="{5AB31059-8E60-8EE5-15F2-6CCE083653A7}"/>
                      </a:ext>
                    </a:extLst>
                  </p:cNvPr>
                  <p:cNvSpPr/>
                  <p:nvPr/>
                </p:nvSpPr>
                <p:spPr>
                  <a:xfrm>
                    <a:off x="3422198" y="3185792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altLang="ko-KR" sz="1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1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Pretendard" panose="02000503000000020004" pitchFamily="2" charset="-127"/>
                                  <a:cs typeface="Pretendard" panose="02000503000000020004" pitchFamily="2" charset="-127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123" name="직사각형 122">
                    <a:extLst>
                      <a:ext uri="{FF2B5EF4-FFF2-40B4-BE49-F238E27FC236}">
                        <a16:creationId xmlns:a16="http://schemas.microsoft.com/office/drawing/2014/main" id="{5AB31059-8E60-8EE5-15F2-6CCE083653A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2198" y="3185792"/>
                    <a:ext cx="385768" cy="34202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4" name="직사각형 123">
                    <a:extLst>
                      <a:ext uri="{FF2B5EF4-FFF2-40B4-BE49-F238E27FC236}">
                        <a16:creationId xmlns:a16="http://schemas.microsoft.com/office/drawing/2014/main" id="{3C9AD867-22D0-989A-0D6E-59F57434B30F}"/>
                      </a:ext>
                    </a:extLst>
                  </p:cNvPr>
                  <p:cNvSpPr/>
                  <p:nvPr/>
                </p:nvSpPr>
                <p:spPr>
                  <a:xfrm>
                    <a:off x="3806470" y="3185792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𝑀</m:t>
                          </m:r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124" name="직사각형 123">
                    <a:extLst>
                      <a:ext uri="{FF2B5EF4-FFF2-40B4-BE49-F238E27FC236}">
                        <a16:creationId xmlns:a16="http://schemas.microsoft.com/office/drawing/2014/main" id="{3C9AD867-22D0-989A-0D6E-59F57434B30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6470" y="3185792"/>
                    <a:ext cx="385768" cy="34202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E1728C79-6F17-056A-2FF0-BB38F28AB164}"/>
                </a:ext>
              </a:extLst>
            </p:cNvPr>
            <p:cNvGrpSpPr/>
            <p:nvPr/>
          </p:nvGrpSpPr>
          <p:grpSpPr>
            <a:xfrm>
              <a:off x="3021287" y="3744297"/>
              <a:ext cx="1158295" cy="342025"/>
              <a:chOff x="3033943" y="3768049"/>
              <a:chExt cx="1158295" cy="342025"/>
            </a:xfrm>
          </p:grpSpPr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BC16CC89-C00A-0289-B7F1-FA373DDA18C7}"/>
                  </a:ext>
                </a:extLst>
              </p:cNvPr>
              <p:cNvGrpSpPr/>
              <p:nvPr/>
            </p:nvGrpSpPr>
            <p:grpSpPr>
              <a:xfrm>
                <a:off x="3033943" y="3768049"/>
                <a:ext cx="772328" cy="342025"/>
                <a:chOff x="3112513" y="3756997"/>
                <a:chExt cx="772328" cy="342025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1" name="직사각형 120">
                      <a:extLst>
                        <a:ext uri="{FF2B5EF4-FFF2-40B4-BE49-F238E27FC236}">
                          <a16:creationId xmlns:a16="http://schemas.microsoft.com/office/drawing/2014/main" id="{E9F7C075-7679-905F-9FF7-45D4688171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99073" y="3756997"/>
                      <a:ext cx="385768" cy="34202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5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p:txBody>
                </p:sp>
              </mc:Choice>
              <mc:Fallback>
                <p:sp>
                  <p:nvSpPr>
                    <p:cNvPr id="121" name="직사각형 120">
                      <a:extLst>
                        <a:ext uri="{FF2B5EF4-FFF2-40B4-BE49-F238E27FC236}">
                          <a16:creationId xmlns:a16="http://schemas.microsoft.com/office/drawing/2014/main" id="{E9F7C075-7679-905F-9FF7-45D46881716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99073" y="3756997"/>
                      <a:ext cx="385768" cy="342025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CC8D4762-B047-EE0B-65AA-68876EAF8F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12513" y="3756997"/>
                      <a:ext cx="385768" cy="34202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altLang="ko-KR" sz="15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ko-KR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𝐼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5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p:txBody>
                </p:sp>
              </mc:Choice>
              <mc:Fallback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CC8D4762-B047-EE0B-65AA-68876EAF8F2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12513" y="3756997"/>
                      <a:ext cx="385768" cy="342025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027E8017-1065-95A3-B129-B26DFDAA83E6}"/>
                      </a:ext>
                    </a:extLst>
                  </p:cNvPr>
                  <p:cNvSpPr/>
                  <p:nvPr/>
                </p:nvSpPr>
                <p:spPr>
                  <a:xfrm>
                    <a:off x="3806470" y="3768049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𝑀</m:t>
                          </m:r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027E8017-1065-95A3-B129-B26DFDAA83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6470" y="3768049"/>
                    <a:ext cx="385768" cy="34202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1" name="그룹 110">
              <a:extLst>
                <a:ext uri="{FF2B5EF4-FFF2-40B4-BE49-F238E27FC236}">
                  <a16:creationId xmlns:a16="http://schemas.microsoft.com/office/drawing/2014/main" id="{7ADF31A4-88EF-2D9A-1E16-854A3DDBDF61}"/>
                </a:ext>
              </a:extLst>
            </p:cNvPr>
            <p:cNvGrpSpPr/>
            <p:nvPr/>
          </p:nvGrpSpPr>
          <p:grpSpPr>
            <a:xfrm>
              <a:off x="2647581" y="4353329"/>
              <a:ext cx="1921519" cy="342025"/>
              <a:chOff x="2647581" y="4381260"/>
              <a:chExt cx="1921519" cy="342025"/>
            </a:xfrm>
          </p:grpSpPr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4E195D95-DCC8-AD30-D15F-2A6F816DF507}"/>
                  </a:ext>
                </a:extLst>
              </p:cNvPr>
              <p:cNvGrpSpPr/>
              <p:nvPr/>
            </p:nvGrpSpPr>
            <p:grpSpPr>
              <a:xfrm>
                <a:off x="2647581" y="4381260"/>
                <a:ext cx="1158492" cy="342025"/>
                <a:chOff x="2722499" y="4344910"/>
                <a:chExt cx="1158492" cy="342025"/>
              </a:xfrm>
            </p:grpSpPr>
            <p:grpSp>
              <p:nvGrpSpPr>
                <p:cNvPr id="115" name="그룹 114">
                  <a:extLst>
                    <a:ext uri="{FF2B5EF4-FFF2-40B4-BE49-F238E27FC236}">
                      <a16:creationId xmlns:a16="http://schemas.microsoft.com/office/drawing/2014/main" id="{16639535-98A7-5A32-8B01-043D47521F0B}"/>
                    </a:ext>
                  </a:extLst>
                </p:cNvPr>
                <p:cNvGrpSpPr/>
                <p:nvPr/>
              </p:nvGrpSpPr>
              <p:grpSpPr>
                <a:xfrm>
                  <a:off x="3108663" y="4344910"/>
                  <a:ext cx="772328" cy="342025"/>
                  <a:chOff x="3109338" y="3756997"/>
                  <a:chExt cx="772328" cy="342025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7" name="직사각형 116">
                        <a:extLst>
                          <a:ext uri="{FF2B5EF4-FFF2-40B4-BE49-F238E27FC236}">
                            <a16:creationId xmlns:a16="http://schemas.microsoft.com/office/drawing/2014/main" id="{62D1AFF2-7C82-D56A-0B4B-2D82542760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95898" y="3756997"/>
                        <a:ext cx="385768" cy="342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right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altLang="ko-KR" sz="1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sz="1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5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17" name="직사각형 116">
                        <a:extLst>
                          <a:ext uri="{FF2B5EF4-FFF2-40B4-BE49-F238E27FC236}">
                            <a16:creationId xmlns:a16="http://schemas.microsoft.com/office/drawing/2014/main" id="{62D1AFF2-7C82-D56A-0B4B-2D82542760F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495898" y="3756997"/>
                        <a:ext cx="385768" cy="342025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8" name="직사각형 117">
                        <a:extLst>
                          <a:ext uri="{FF2B5EF4-FFF2-40B4-BE49-F238E27FC236}">
                            <a16:creationId xmlns:a16="http://schemas.microsoft.com/office/drawing/2014/main" id="{8CDA3FB3-96E1-5EAB-05DD-3AEA9BB4A4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09338" y="3756997"/>
                        <a:ext cx="385768" cy="342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right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altLang="ko-KR" sz="1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Pretendard" panose="02000503000000020004" pitchFamily="2" charset="-127"/>
                                      <a:cs typeface="Pretendard" panose="02000503000000020004" pitchFamily="2" charset="-127"/>
                                    </a:rPr>
                                    <m:t>𝐼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ko-KR" altLang="en-US" sz="15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18" name="직사각형 117">
                        <a:extLst>
                          <a:ext uri="{FF2B5EF4-FFF2-40B4-BE49-F238E27FC236}">
                            <a16:creationId xmlns:a16="http://schemas.microsoft.com/office/drawing/2014/main" id="{8CDA3FB3-96E1-5EAB-05DD-3AEA9BB4A40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09338" y="3756997"/>
                        <a:ext cx="385768" cy="342025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6" name="직사각형 115">
                      <a:extLst>
                        <a:ext uri="{FF2B5EF4-FFF2-40B4-BE49-F238E27FC236}">
                          <a16:creationId xmlns:a16="http://schemas.microsoft.com/office/drawing/2014/main" id="{ECA9F906-A240-762D-7F22-188DF524EF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2499" y="4344910"/>
                      <a:ext cx="385768" cy="34202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altLang="ko-KR" sz="15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ko-KR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𝐸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5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p:txBody>
                </p:sp>
              </mc:Choice>
              <mc:Fallback>
                <p:sp>
                  <p:nvSpPr>
                    <p:cNvPr id="116" name="직사각형 115">
                      <a:extLst>
                        <a:ext uri="{FF2B5EF4-FFF2-40B4-BE49-F238E27FC236}">
                          <a16:creationId xmlns:a16="http://schemas.microsoft.com/office/drawing/2014/main" id="{ECA9F906-A240-762D-7F22-188DF524EF0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2499" y="4344910"/>
                      <a:ext cx="385768" cy="342025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3" name="직사각형 112">
                    <a:extLst>
                      <a:ext uri="{FF2B5EF4-FFF2-40B4-BE49-F238E27FC236}">
                        <a16:creationId xmlns:a16="http://schemas.microsoft.com/office/drawing/2014/main" id="{C0569653-8F08-4410-009B-15231814FCD4}"/>
                      </a:ext>
                    </a:extLst>
                  </p:cNvPr>
                  <p:cNvSpPr/>
                  <p:nvPr/>
                </p:nvSpPr>
                <p:spPr>
                  <a:xfrm>
                    <a:off x="4183332" y="4381260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𝑇</m:t>
                          </m:r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113" name="직사각형 112">
                    <a:extLst>
                      <a:ext uri="{FF2B5EF4-FFF2-40B4-BE49-F238E27FC236}">
                        <a16:creationId xmlns:a16="http://schemas.microsoft.com/office/drawing/2014/main" id="{C0569653-8F08-4410-009B-15231814FCD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3332" y="4381260"/>
                    <a:ext cx="385768" cy="342025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4" name="직사각형 113">
                    <a:extLst>
                      <a:ext uri="{FF2B5EF4-FFF2-40B4-BE49-F238E27FC236}">
                        <a16:creationId xmlns:a16="http://schemas.microsoft.com/office/drawing/2014/main" id="{7F9979D7-5CA5-CFCC-5207-BBB16F43D494}"/>
                      </a:ext>
                    </a:extLst>
                  </p:cNvPr>
                  <p:cNvSpPr/>
                  <p:nvPr/>
                </p:nvSpPr>
                <p:spPr>
                  <a:xfrm>
                    <a:off x="3806470" y="4381260"/>
                    <a:ext cx="385768" cy="3420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2" charset="-127"/>
                              <a:cs typeface="Pretendard" panose="02000503000000020004" pitchFamily="2" charset="-127"/>
                            </a:rPr>
                            <m:t>𝑀</m:t>
                          </m:r>
                        </m:oMath>
                      </m:oMathPara>
                    </a14:m>
                    <a:endParaRPr lang="ko-KR" altLang="en-US" sz="1500" dirty="0">
                      <a:solidFill>
                        <a:schemeClr val="tx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p:txBody>
              </p:sp>
            </mc:Choice>
            <mc:Fallback>
              <p:sp>
                <p:nvSpPr>
                  <p:cNvPr id="114" name="직사각형 113">
                    <a:extLst>
                      <a:ext uri="{FF2B5EF4-FFF2-40B4-BE49-F238E27FC236}">
                        <a16:creationId xmlns:a16="http://schemas.microsoft.com/office/drawing/2014/main" id="{7F9979D7-5CA5-CFCC-5207-BBB16F43D49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06470" y="4381260"/>
                    <a:ext cx="385768" cy="342025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759730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55</Words>
  <Application>Microsoft Office PowerPoint</Application>
  <PresentationFormat>와이드스크린</PresentationFormat>
  <Paragraphs>37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Pretendard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김인화</dc:creator>
  <cp:lastModifiedBy>김인화</cp:lastModifiedBy>
  <cp:revision>6</cp:revision>
  <dcterms:created xsi:type="dcterms:W3CDTF">2024-05-19T16:10:16Z</dcterms:created>
  <dcterms:modified xsi:type="dcterms:W3CDTF">2024-05-19T19:29:42Z</dcterms:modified>
</cp:coreProperties>
</file>